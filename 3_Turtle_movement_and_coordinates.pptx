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8" r:id="rId1"/>
    <p:sldMasterId id="2147483814" r:id="rId2"/>
    <p:sldMasterId id="2147483822" r:id="rId3"/>
    <p:sldMasterId id="2147483828" r:id="rId4"/>
    <p:sldMasterId id="2147483836" r:id="rId5"/>
  </p:sldMasterIdLst>
  <p:notesMasterIdLst>
    <p:notesMasterId r:id="rId28"/>
  </p:notesMasterIdLst>
  <p:sldIdLst>
    <p:sldId id="277" r:id="rId6"/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4" r:id="rId24"/>
    <p:sldId id="275" r:id="rId25"/>
    <p:sldId id="273" r:id="rId26"/>
    <p:sldId id="27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5F8"/>
    <a:srgbClr val="FFC800"/>
    <a:srgbClr val="0032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4F9AD7-0636-43FC-942D-C6CC0BC73227}" v="3" dt="2026-10-06T08:07:06.288"/>
    <p1510:client id="{A6AAEB45-62BD-489F-8F7F-641090AEB5EC}" v="2" dt="2026-10-06T14:38:24.0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36"/>
    <p:restoredTop sz="94716"/>
  </p:normalViewPr>
  <p:slideViewPr>
    <p:cSldViewPr snapToGrid="0" snapToObjects="1">
      <p:cViewPr varScale="1">
        <p:scale>
          <a:sx n="82" d="100"/>
          <a:sy n="82" d="100"/>
        </p:scale>
        <p:origin x="6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viewProps" Target="viewProps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éamus Cummins" userId="9cbc4947-2644-4ffd-8985-8dfea9f9d8f2" providerId="ADAL" clId="{52D3679E-C8EB-4FED-9467-7F6E2156AACE}"/>
    <pc:docChg chg="custSel modSld">
      <pc:chgData name="Séamus Cummins" userId="9cbc4947-2644-4ffd-8985-8dfea9f9d8f2" providerId="ADAL" clId="{52D3679E-C8EB-4FED-9467-7F6E2156AACE}" dt="2026-10-06T14:40:23.931" v="105" actId="20577"/>
      <pc:docMkLst>
        <pc:docMk/>
      </pc:docMkLst>
      <pc:sldChg chg="addSp modSp mod modAnim">
        <pc:chgData name="Séamus Cummins" userId="9cbc4947-2644-4ffd-8985-8dfea9f9d8f2" providerId="ADAL" clId="{52D3679E-C8EB-4FED-9467-7F6E2156AACE}" dt="2026-10-06T14:38:35.163" v="64" actId="20577"/>
        <pc:sldMkLst>
          <pc:docMk/>
          <pc:sldMk cId="938699977" sldId="274"/>
        </pc:sldMkLst>
        <pc:spChg chg="mod">
          <ac:chgData name="Séamus Cummins" userId="9cbc4947-2644-4ffd-8985-8dfea9f9d8f2" providerId="ADAL" clId="{52D3679E-C8EB-4FED-9467-7F6E2156AACE}" dt="2026-10-06T14:38:35.163" v="64" actId="20577"/>
          <ac:spMkLst>
            <pc:docMk/>
            <pc:sldMk cId="938699977" sldId="274"/>
            <ac:spMk id="7" creationId="{14EBD62B-B99F-8A6F-DD63-3F2205522379}"/>
          </ac:spMkLst>
        </pc:spChg>
        <pc:spChg chg="add mod">
          <ac:chgData name="Séamus Cummins" userId="9cbc4947-2644-4ffd-8985-8dfea9f9d8f2" providerId="ADAL" clId="{52D3679E-C8EB-4FED-9467-7F6E2156AACE}" dt="2026-10-06T14:37:54.417" v="46" actId="20577"/>
          <ac:spMkLst>
            <pc:docMk/>
            <pc:sldMk cId="938699977" sldId="274"/>
            <ac:spMk id="13" creationId="{2CEFE474-02E2-881A-8101-5496E92F729C}"/>
          </ac:spMkLst>
        </pc:spChg>
        <pc:spChg chg="add mod">
          <ac:chgData name="Séamus Cummins" userId="9cbc4947-2644-4ffd-8985-8dfea9f9d8f2" providerId="ADAL" clId="{52D3679E-C8EB-4FED-9467-7F6E2156AACE}" dt="2026-10-06T14:38:03.433" v="60" actId="20577"/>
          <ac:spMkLst>
            <pc:docMk/>
            <pc:sldMk cId="938699977" sldId="274"/>
            <ac:spMk id="15" creationId="{8BFC05D1-FF27-C044-90C3-7C3384D0849E}"/>
          </ac:spMkLst>
        </pc:spChg>
        <pc:picChg chg="mod">
          <ac:chgData name="Séamus Cummins" userId="9cbc4947-2644-4ffd-8985-8dfea9f9d8f2" providerId="ADAL" clId="{52D3679E-C8EB-4FED-9467-7F6E2156AACE}" dt="2026-10-06T14:37:07.849" v="12" actId="14100"/>
          <ac:picMkLst>
            <pc:docMk/>
            <pc:sldMk cId="938699977" sldId="274"/>
            <ac:picMk id="9" creationId="{558D82C4-7693-D242-2A8B-D611639B9CE0}"/>
          </ac:picMkLst>
        </pc:picChg>
        <pc:cxnChg chg="add">
          <ac:chgData name="Séamus Cummins" userId="9cbc4947-2644-4ffd-8985-8dfea9f9d8f2" providerId="ADAL" clId="{52D3679E-C8EB-4FED-9467-7F6E2156AACE}" dt="2026-10-06T14:37:30.080" v="35" actId="11529"/>
          <ac:cxnSpMkLst>
            <pc:docMk/>
            <pc:sldMk cId="938699977" sldId="274"/>
            <ac:cxnSpMk id="5" creationId="{03190C51-D7EA-23D0-7123-D925453DD069}"/>
          </ac:cxnSpMkLst>
        </pc:cxnChg>
        <pc:cxnChg chg="add mod">
          <ac:chgData name="Séamus Cummins" userId="9cbc4947-2644-4ffd-8985-8dfea9f9d8f2" providerId="ADAL" clId="{52D3679E-C8EB-4FED-9467-7F6E2156AACE}" dt="2026-10-06T14:37:40.057" v="40" actId="14100"/>
          <ac:cxnSpMkLst>
            <pc:docMk/>
            <pc:sldMk cId="938699977" sldId="274"/>
            <ac:cxnSpMk id="6" creationId="{51CAF642-D537-962B-C5B7-E539BC57E540}"/>
          </ac:cxnSpMkLst>
        </pc:cxnChg>
      </pc:sldChg>
      <pc:sldChg chg="delSp modSp mod delAnim">
        <pc:chgData name="Séamus Cummins" userId="9cbc4947-2644-4ffd-8985-8dfea9f9d8f2" providerId="ADAL" clId="{52D3679E-C8EB-4FED-9467-7F6E2156AACE}" dt="2026-10-06T14:40:23.931" v="105" actId="20577"/>
        <pc:sldMkLst>
          <pc:docMk/>
          <pc:sldMk cId="3323906237" sldId="275"/>
        </pc:sldMkLst>
        <pc:spChg chg="del">
          <ac:chgData name="Séamus Cummins" userId="9cbc4947-2644-4ffd-8985-8dfea9f9d8f2" providerId="ADAL" clId="{52D3679E-C8EB-4FED-9467-7F6E2156AACE}" dt="2026-10-06T14:38:44.477" v="65" actId="478"/>
          <ac:spMkLst>
            <pc:docMk/>
            <pc:sldMk cId="3323906237" sldId="275"/>
            <ac:spMk id="6" creationId="{62EE6860-9F23-5EB5-E299-1F640907ECCC}"/>
          </ac:spMkLst>
        </pc:spChg>
        <pc:spChg chg="mod">
          <ac:chgData name="Séamus Cummins" userId="9cbc4947-2644-4ffd-8985-8dfea9f9d8f2" providerId="ADAL" clId="{52D3679E-C8EB-4FED-9467-7F6E2156AACE}" dt="2026-10-06T14:40:23.931" v="105" actId="20577"/>
          <ac:spMkLst>
            <pc:docMk/>
            <pc:sldMk cId="3323906237" sldId="275"/>
            <ac:spMk id="7" creationId="{572E80DB-971C-0FC1-A086-7E422B2E0B25}"/>
          </ac:spMkLst>
        </pc:spChg>
      </pc:sldChg>
      <pc:sldChg chg="addSp delSp modSp mod delAnim">
        <pc:chgData name="Séamus Cummins" userId="9cbc4947-2644-4ffd-8985-8dfea9f9d8f2" providerId="ADAL" clId="{52D3679E-C8EB-4FED-9467-7F6E2156AACE}" dt="2026-10-06T14:40:12.822" v="104" actId="1076"/>
        <pc:sldMkLst>
          <pc:docMk/>
          <pc:sldMk cId="1436747222" sldId="276"/>
        </pc:sldMkLst>
        <pc:spChg chg="del">
          <ac:chgData name="Séamus Cummins" userId="9cbc4947-2644-4ffd-8985-8dfea9f9d8f2" providerId="ADAL" clId="{52D3679E-C8EB-4FED-9467-7F6E2156AACE}" dt="2026-10-06T14:39:16.629" v="100" actId="478"/>
          <ac:spMkLst>
            <pc:docMk/>
            <pc:sldMk cId="1436747222" sldId="276"/>
            <ac:spMk id="6" creationId="{81D6DFD5-DD08-AD71-B152-B2BEDEB43FEF}"/>
          </ac:spMkLst>
        </pc:spChg>
        <pc:spChg chg="del">
          <ac:chgData name="Séamus Cummins" userId="9cbc4947-2644-4ffd-8985-8dfea9f9d8f2" providerId="ADAL" clId="{52D3679E-C8EB-4FED-9467-7F6E2156AACE}" dt="2026-10-06T14:39:19.077" v="101" actId="478"/>
          <ac:spMkLst>
            <pc:docMk/>
            <pc:sldMk cId="1436747222" sldId="276"/>
            <ac:spMk id="7" creationId="{961AFB6F-E762-D515-62DD-7346C1BA5F3B}"/>
          </ac:spMkLst>
        </pc:spChg>
        <pc:picChg chg="add mod">
          <ac:chgData name="Séamus Cummins" userId="9cbc4947-2644-4ffd-8985-8dfea9f9d8f2" providerId="ADAL" clId="{52D3679E-C8EB-4FED-9467-7F6E2156AACE}" dt="2026-10-06T14:40:12.822" v="104" actId="1076"/>
          <ac:picMkLst>
            <pc:docMk/>
            <pc:sldMk cId="1436747222" sldId="276"/>
            <ac:picMk id="4" creationId="{2C820D8E-62DF-2399-18F2-E40E2788F78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58669B-D854-4764-9482-9FA95FFBD9D8}" type="datetimeFigureOut">
              <a:rPr lang="en-IE" smtClean="0"/>
              <a:t>06/10/2026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D024BA-8A3D-4078-80EE-F9C62799C05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65311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lt"/>
              <a:cs typeface="+mn-lt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D0EBE-54C0-94F8-10D3-33024D070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9EA003-CC8A-5901-C53F-7F6543C2C9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61F9FF-703F-0399-F154-2517FEA444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F36B7-7408-A283-62FF-9F42EC2C651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14755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F8F3E-C87C-3005-AB63-B7969DE22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369CEF-0E85-8125-38FC-48FB8C9AFB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461ABD-47A5-566D-DE58-59DE8C160B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E078-2699-361E-2373-CBDCD2953A0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887614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54D22-0CD3-B4BD-B8D5-1D14E4432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92D82F-2B58-12DD-C0E9-D206922E58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FAFED1-FFDE-7CB2-E4E5-3E88F7B1CA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7FDBD-ABC3-CF83-D1D5-1AA6C29B8FF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359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1BA59F3-AEB3-204E-8300-58EF74F8C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108" y="584846"/>
            <a:ext cx="7904205" cy="1293362"/>
          </a:xfrm>
        </p:spPr>
        <p:txBody>
          <a:bodyPr anchor="t">
            <a:normAutofit/>
          </a:bodyPr>
          <a:lstStyle>
            <a:lvl1pPr algn="l">
              <a:defRPr sz="44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F77F7AA-28BF-274E-AEFB-1D0AD137F7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108" y="2135639"/>
            <a:ext cx="7904205" cy="129336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934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3594-CC13-C247-9823-B0FF37777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D9D01-EE28-4C44-8372-476E83E3B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30" y="1434198"/>
            <a:ext cx="7737389" cy="210382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466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400F-6EC7-9E48-A2FF-08DF030FC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504" y="338139"/>
            <a:ext cx="7657242" cy="214557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11897-C713-A142-980E-DDF6224A7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3504" y="2874106"/>
            <a:ext cx="5622496" cy="10677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12456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0543C47-599B-DE42-8EE6-81B465151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86" y="1514304"/>
            <a:ext cx="7737390" cy="1914695"/>
          </a:xfrm>
        </p:spPr>
        <p:txBody>
          <a:bodyPr>
            <a:normAutofit/>
          </a:bodyPr>
          <a:lstStyle>
            <a:lvl1pPr>
              <a:defRPr sz="54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896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3639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614EE-B654-E64C-B5B5-7F1F189F0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689" y="1548671"/>
            <a:ext cx="10073887" cy="1880329"/>
          </a:xfrm>
        </p:spPr>
        <p:txBody>
          <a:bodyPr anchor="t">
            <a:normAutofit/>
          </a:bodyPr>
          <a:lstStyle>
            <a:lvl1pPr algn="l">
              <a:defRPr sz="44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F341D-9A29-4142-A870-A50D3D6043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689" y="3655519"/>
            <a:ext cx="10073887" cy="129336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75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3594-CC13-C247-9823-B0FF37777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1327306"/>
            <a:ext cx="10311878" cy="932334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D9D01-EE28-4C44-8372-476E83E3B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30" y="2581728"/>
            <a:ext cx="10311878" cy="306316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823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400F-6EC7-9E48-A2FF-08DF030FCD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504" y="893033"/>
            <a:ext cx="9011872" cy="214557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dirty="0"/>
              <a:t>Click to edit Master </a:t>
            </a:r>
            <a:br>
              <a:rPr lang="en-GB" dirty="0"/>
            </a:br>
            <a:r>
              <a:rPr lang="en-GB" dirty="0"/>
              <a:t>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11897-C713-A142-980E-DDF6224A7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3504" y="3429000"/>
            <a:ext cx="9011872" cy="10677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3010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D10F7-1811-F248-ACDB-8D9567550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534826"/>
            <a:ext cx="10692878" cy="93233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F6C81-EA7E-5B48-8E0D-ED145E2BFD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3930" y="1768358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FE4CFA-B073-6840-A434-12B36BFC25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55208" y="1788361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171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5FC41-D2B3-2241-865F-3F932D6F2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876" y="389509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9F22-E1D8-3C43-B4F5-B34A5C88F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876" y="2011222"/>
            <a:ext cx="5157787" cy="7490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8ECD05-BE49-AF44-B530-C776D05525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0876" y="2965165"/>
            <a:ext cx="5157787" cy="33496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95936D-1625-A24C-A1D4-1C0B4EB803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33288" y="2011222"/>
            <a:ext cx="5183188" cy="7490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50112F-DF30-FF48-A146-E87A8CF507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33288" y="2965165"/>
            <a:ext cx="5183188" cy="334962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763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6F670-BA49-0942-84B7-8AF0DFA18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234" y="1241962"/>
            <a:ext cx="10311878" cy="93233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9929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38422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614EE-B654-E64C-B5B5-7F1F189F0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2465" y="875229"/>
            <a:ext cx="5383427" cy="1293362"/>
          </a:xfrm>
        </p:spPr>
        <p:txBody>
          <a:bodyPr anchor="t">
            <a:normAutofit/>
          </a:bodyPr>
          <a:lstStyle>
            <a:lvl1pPr algn="l">
              <a:buNone/>
              <a:defRPr sz="44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F341D-9A29-4142-A870-A50D3D6043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2465" y="2426022"/>
            <a:ext cx="5383427" cy="129336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745219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3594-CC13-C247-9823-B0FF37777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buNone/>
              <a:defRPr sz="36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D9D01-EE28-4C44-8372-476E83E3B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31" y="2719301"/>
            <a:ext cx="5562600" cy="2103824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30777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400F-6EC7-9E48-A2FF-08DF030FC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34" y="1166042"/>
            <a:ext cx="5284745" cy="2145570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11897-C713-A142-980E-DDF6224A7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6434" y="3566083"/>
            <a:ext cx="5284745" cy="10677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067436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6F670-BA49-0942-84B7-8AF0DFA18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86" y="1514304"/>
            <a:ext cx="5389606" cy="1914695"/>
          </a:xfrm>
        </p:spPr>
        <p:txBody>
          <a:bodyPr>
            <a:normAutofit/>
          </a:bodyPr>
          <a:lstStyle>
            <a:lvl1pPr>
              <a:buNone/>
              <a:defRPr sz="5400" b="1"/>
            </a:lvl1pPr>
          </a:lstStyle>
          <a:p>
            <a: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259262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59318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614EE-B654-E64C-B5B5-7F1F189F0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689" y="1548671"/>
            <a:ext cx="10073887" cy="1880329"/>
          </a:xfrm>
        </p:spPr>
        <p:txBody>
          <a:bodyPr anchor="t">
            <a:normAutofit/>
          </a:bodyPr>
          <a:lstStyle>
            <a:lvl1pPr algn="l">
              <a:buNone/>
              <a:defRPr sz="44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F341D-9A29-4142-A870-A50D3D6043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689" y="3655519"/>
            <a:ext cx="10073887" cy="129336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401361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3594-CC13-C247-9823-B0FF37777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1327306"/>
            <a:ext cx="10311878" cy="932334"/>
          </a:xfrm>
        </p:spPr>
        <p:txBody>
          <a:bodyPr>
            <a:normAutofit/>
          </a:bodyPr>
          <a:lstStyle>
            <a:lvl1pPr>
              <a:buNone/>
              <a:defRPr sz="36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D9D01-EE28-4C44-8372-476E83E3B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30" y="2581728"/>
            <a:ext cx="10311878" cy="3063167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897837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400F-6EC7-9E48-A2FF-08DF030FCD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504" y="893033"/>
            <a:ext cx="9011872" cy="2145570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</a:t>
            </a:r>
            <a:br/>
            <a:r>
              <a:t>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11897-C713-A142-980E-DDF6224A7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3504" y="3429000"/>
            <a:ext cx="9011872" cy="10677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995507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D10F7-1811-F248-ACDB-8D9567550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534826"/>
            <a:ext cx="10692878" cy="932334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F6C81-EA7E-5B48-8E0D-ED145E2BF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30" y="1768358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FE4CFA-B073-6840-A434-12B36BFC25F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855208" y="1788361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15287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5FC41-D2B3-2241-865F-3F932D6F2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876" y="389509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9F22-E1D8-3C43-B4F5-B34A5C88F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876" y="2011222"/>
            <a:ext cx="5157787" cy="7490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8ECD05-BE49-AF44-B530-C776D05525B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00876" y="2965165"/>
            <a:ext cx="5157787" cy="3349625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95936D-1625-A24C-A1D4-1C0B4EB80339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733288" y="2011222"/>
            <a:ext cx="5183188" cy="7490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50112F-DF30-FF48-A146-E87A8CF5070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5733288" y="2965165"/>
            <a:ext cx="5183188" cy="3349625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701159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6F670-BA49-0942-84B7-8AF0DFA18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234" y="1241962"/>
            <a:ext cx="10311878" cy="932334"/>
          </a:xfrm>
        </p:spPr>
        <p:txBody>
          <a:bodyPr/>
          <a:lstStyle/>
          <a:p>
            <a: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017659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07543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614EE-B654-E64C-B5B5-7F1F189F0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689" y="1548671"/>
            <a:ext cx="10073887" cy="1880329"/>
          </a:xfrm>
        </p:spPr>
        <p:txBody>
          <a:bodyPr anchor="t">
            <a:normAutofit/>
          </a:bodyPr>
          <a:lstStyle>
            <a:lvl1pPr algn="l">
              <a:buNone/>
              <a:defRPr sz="44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F341D-9A29-4142-A870-A50D3D6043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689" y="3655519"/>
            <a:ext cx="10073887" cy="129336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244412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3594-CC13-C247-9823-B0FF37777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1327306"/>
            <a:ext cx="10311878" cy="932334"/>
          </a:xfrm>
        </p:spPr>
        <p:txBody>
          <a:bodyPr>
            <a:normAutofit/>
          </a:bodyPr>
          <a:lstStyle>
            <a:lvl1pPr>
              <a:buNone/>
              <a:defRPr sz="36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D9D01-EE28-4C44-8372-476E83E3B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30" y="2581728"/>
            <a:ext cx="10311878" cy="3063167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640963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400F-6EC7-9E48-A2FF-08DF030FCD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504" y="893033"/>
            <a:ext cx="9011872" cy="2145570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</a:t>
            </a:r>
            <a:br/>
            <a:r>
              <a:t>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11897-C713-A142-980E-DDF6224A7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3504" y="3429000"/>
            <a:ext cx="9011872" cy="10677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1403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D10F7-1811-F248-ACDB-8D9567550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534826"/>
            <a:ext cx="10692878" cy="932334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F6C81-EA7E-5B48-8E0D-ED145E2BF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30" y="1768358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FE4CFA-B073-6840-A434-12B36BFC25F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855208" y="1788361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177594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5FC41-D2B3-2241-865F-3F932D6F2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876" y="389509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9F22-E1D8-3C43-B4F5-B34A5C88F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876" y="2011222"/>
            <a:ext cx="5157787" cy="7490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8ECD05-BE49-AF44-B530-C776D05525B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00876" y="2965165"/>
            <a:ext cx="5157787" cy="3349625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95936D-1625-A24C-A1D4-1C0B4EB80339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733288" y="2011222"/>
            <a:ext cx="5183188" cy="7490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50112F-DF30-FF48-A146-E87A8CF5070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5733288" y="2965165"/>
            <a:ext cx="5183188" cy="3349625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530093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6F670-BA49-0942-84B7-8AF0DFA18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234" y="1241962"/>
            <a:ext cx="10311878" cy="932334"/>
          </a:xfrm>
        </p:spPr>
        <p:txBody>
          <a:bodyPr/>
          <a:lstStyle/>
          <a:p>
            <a: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5224221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375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3.jp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Relationship Id="rId9" Type="http://schemas.openxmlformats.org/officeDocument/2006/relationships/image" Target="../media/image6.jpe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heme" Target="../theme/theme5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9" Type="http://schemas.openxmlformats.org/officeDocument/2006/relationships/image" Target="../media/image7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38016A-3457-B442-B964-5BE9F993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290986"/>
            <a:ext cx="7737389" cy="9323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CB214-2F93-F640-8DC4-3981CCF9A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3930" y="1471269"/>
            <a:ext cx="7737389" cy="21038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4902484" y="3619542"/>
            <a:ext cx="3178835" cy="1101047"/>
          </a:xfrm>
          <a:prstGeom prst="rect">
            <a:avLst/>
          </a:prstGeom>
          <a:solidFill>
            <a:srgbClr val="00324D"/>
          </a:solidFill>
          <a:ln>
            <a:solidFill>
              <a:srgbClr val="0032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4902484" y="3744615"/>
            <a:ext cx="3178835" cy="850900"/>
            <a:chOff x="4902484" y="3927475"/>
            <a:chExt cx="3178835" cy="850900"/>
          </a:xfrm>
        </p:grpSpPr>
        <p:sp>
          <p:nvSpPr>
            <p:cNvPr id="8" name="Rectangle 7"/>
            <p:cNvSpPr/>
            <p:nvPr userDrawn="1"/>
          </p:nvSpPr>
          <p:spPr>
            <a:xfrm>
              <a:off x="4902484" y="3971925"/>
              <a:ext cx="3178835" cy="762000"/>
            </a:xfrm>
            <a:prstGeom prst="rect">
              <a:avLst/>
            </a:prstGeom>
            <a:solidFill>
              <a:srgbClr val="00324D"/>
            </a:solidFill>
            <a:ln>
              <a:solidFill>
                <a:srgbClr val="0032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372" b="7528"/>
            <a:stretch/>
          </p:blipFill>
          <p:spPr>
            <a:xfrm>
              <a:off x="4902484" y="3927475"/>
              <a:ext cx="3178835" cy="850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185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4" r:id="rId4"/>
    <p:sldLayoutId id="214748367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38016A-3457-B442-B964-5BE9F993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386" y="620170"/>
            <a:ext cx="10311878" cy="9323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CB214-2F93-F640-8DC4-3981CCF9A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3386" y="1840158"/>
            <a:ext cx="10311878" cy="4633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66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38016A-3457-B442-B964-5BE9F993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1501953"/>
            <a:ext cx="5537886" cy="932334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CB214-2F93-F640-8DC4-3981CCF9A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3930" y="2768728"/>
            <a:ext cx="5537887" cy="2103824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928266-E523-4698-81D5-EC76309FBE61}"/>
              </a:ext>
            </a:extLst>
          </p:cNvPr>
          <p:cNvSpPr>
            <a:spLocks noGrp="1"/>
          </p:cNvSpPr>
          <p:nvPr/>
        </p:nvSpPr>
        <p:spPr>
          <a:xfrm>
            <a:off x="343930" y="5101152"/>
            <a:ext cx="3793730" cy="1756848"/>
          </a:xfrm>
          <a:prstGeom prst="rect">
            <a:avLst/>
          </a:prstGeom>
          <a:solidFill>
            <a:srgbClr val="FFC800"/>
          </a:solidFill>
          <a:ln>
            <a:solidFill>
              <a:srgbClr val="FFC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9" name="Picture 4"/>
          <p:cNvPicPr>
            <a:picLocks noChangeAspect="1"/>
          </p:cNvPicPr>
          <p:nvPr/>
        </p:nvPicPr>
        <p:blipFill rotWithShape="1">
          <a:blip r:embed="rId8"/>
          <a:srcRect t="37353" b="10945"/>
          <a:stretch/>
        </p:blipFill>
        <p:spPr>
          <a:xfrm>
            <a:off x="323290" y="5653087"/>
            <a:ext cx="3806463" cy="82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787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38016A-3457-B442-B964-5BE9F993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962" y="498250"/>
            <a:ext cx="10311878" cy="932334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CB214-2F93-F640-8DC4-3981CCF9A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9962" y="1718239"/>
            <a:ext cx="10311878" cy="429241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60525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38016A-3457-B442-B964-5BE9F993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962" y="498250"/>
            <a:ext cx="10311878" cy="932334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CB214-2F93-F640-8DC4-3981CCF9A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9962" y="1718239"/>
            <a:ext cx="10311878" cy="429241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8101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  <p:sldLayoutId id="2147483838" r:id="rId2"/>
    <p:sldLayoutId id="2147483839" r:id="rId3"/>
    <p:sldLayoutId id="2147483840" r:id="rId4"/>
    <p:sldLayoutId id="2147483841" r:id="rId5"/>
    <p:sldLayoutId id="2147483842" r:id="rId6"/>
    <p:sldLayoutId id="2147483843" r:id="rId7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F004E88-105B-4A6C-A131-F794F518A187}"/>
              </a:ext>
            </a:extLst>
          </p:cNvPr>
          <p:cNvSpPr>
            <a:spLocks noGrp="1"/>
          </p:cNvSpPr>
          <p:nvPr/>
        </p:nvSpPr>
        <p:spPr>
          <a:xfrm>
            <a:off x="457200" y="1190625"/>
            <a:ext cx="5238750" cy="1762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125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4125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 </a:t>
            </a:r>
            <a:r>
              <a:rPr kumimoji="0" lang="en-US" sz="4125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Libraires and Turtle Introduction</a:t>
            </a:r>
            <a:endParaRPr kumimoji="0" sz="4125" b="1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7E865D-4F84-4017-9EFB-1E452F3BB231}"/>
              </a:ext>
            </a:extLst>
          </p:cNvPr>
          <p:cNvSpPr>
            <a:spLocks noGrp="1"/>
          </p:cNvSpPr>
          <p:nvPr/>
        </p:nvSpPr>
        <p:spPr>
          <a:xfrm>
            <a:off x="457200" y="4714875"/>
            <a:ext cx="50958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Dr</a:t>
            </a:r>
            <a:r>
              <a:rPr kumimoji="0" lang="en-GB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.</a:t>
            </a: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 Séamus Cummins</a:t>
            </a:r>
          </a:p>
        </p:txBody>
      </p:sp>
    </p:spTree>
    <p:extLst>
      <p:ext uri="{BB962C8B-B14F-4D97-AF65-F5344CB8AC3E}">
        <p14:creationId xmlns:p14="http://schemas.microsoft.com/office/powerpoint/2010/main" val="3622550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88628C9-2432-44C2-8882-3507D5FCFA9E}"/>
              </a:ext>
            </a:extLst>
          </p:cNvPr>
          <p:cNvSpPr>
            <a:spLocks noGrp="1"/>
          </p:cNvSpPr>
          <p:nvPr/>
        </p:nvSpPr>
        <p:spPr>
          <a:xfrm>
            <a:off x="438150" y="476250"/>
            <a:ext cx="11239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Turtle movement and coordinates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63EA07-80C6-4114-A1BD-F1E67DB915C2}"/>
              </a:ext>
            </a:extLst>
          </p:cNvPr>
          <p:cNvSpPr>
            <a:spLocks noGrp="1"/>
          </p:cNvSpPr>
          <p:nvPr/>
        </p:nvSpPr>
        <p:spPr>
          <a:xfrm>
            <a:off x="438150" y="1524000"/>
            <a:ext cx="95250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  •  60 MINUTES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DE3539-5728-485A-8C8D-3272BE831107}"/>
              </a:ext>
            </a:extLst>
          </p:cNvPr>
          <p:cNvSpPr>
            <a:spLocks noGrp="1"/>
          </p:cNvSpPr>
          <p:nvPr/>
        </p:nvSpPr>
        <p:spPr>
          <a:xfrm>
            <a:off x="438150" y="2209800"/>
            <a:ext cx="6191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0E4BBC-6FB1-4368-BDBB-759ACDF65272}"/>
              </a:ext>
            </a:extLst>
          </p:cNvPr>
          <p:cNvSpPr>
            <a:spLocks noGrp="1"/>
          </p:cNvSpPr>
          <p:nvPr/>
        </p:nvSpPr>
        <p:spPr>
          <a:xfrm>
            <a:off x="1247775" y="2209800"/>
            <a:ext cx="10144125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5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Create a turtle and move it.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5400AB-4A68-418B-8718-E5E4EB5E144E}"/>
              </a:ext>
            </a:extLst>
          </p:cNvPr>
          <p:cNvSpPr>
            <a:spLocks noGrp="1"/>
          </p:cNvSpPr>
          <p:nvPr/>
        </p:nvSpPr>
        <p:spPr>
          <a:xfrm>
            <a:off x="438150" y="3286125"/>
            <a:ext cx="6191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CE5DF2-94BC-4A7B-AC93-7422163EC1F7}"/>
              </a:ext>
            </a:extLst>
          </p:cNvPr>
          <p:cNvSpPr>
            <a:spLocks noGrp="1"/>
          </p:cNvSpPr>
          <p:nvPr/>
        </p:nvSpPr>
        <p:spPr>
          <a:xfrm>
            <a:off x="1247775" y="3286125"/>
            <a:ext cx="10144125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5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Control turns and the pen.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34944C-B410-4D96-A29A-52799079A6A9}"/>
              </a:ext>
            </a:extLst>
          </p:cNvPr>
          <p:cNvSpPr>
            <a:spLocks noGrp="1"/>
          </p:cNvSpPr>
          <p:nvPr/>
        </p:nvSpPr>
        <p:spPr>
          <a:xfrm>
            <a:off x="438150" y="4362450"/>
            <a:ext cx="6191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E01138-FAAA-40C1-A078-3A73BCEE56AF}"/>
              </a:ext>
            </a:extLst>
          </p:cNvPr>
          <p:cNvSpPr>
            <a:spLocks noGrp="1"/>
          </p:cNvSpPr>
          <p:nvPr/>
        </p:nvSpPr>
        <p:spPr>
          <a:xfrm>
            <a:off x="1247775" y="4362450"/>
            <a:ext cx="10144125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5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Draw using x and y coordinates.</a:t>
            </a:r>
          </a:p>
        </p:txBody>
      </p:sp>
    </p:spTree>
    <p:extLst>
      <p:ext uri="{BB962C8B-B14F-4D97-AF65-F5344CB8AC3E}">
        <p14:creationId xmlns:p14="http://schemas.microsoft.com/office/powerpoint/2010/main" val="483756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1A17F80-F3F1-4934-ABFB-4465BA678645}"/>
              </a:ext>
            </a:extLst>
          </p:cNvPr>
          <p:cNvSpPr>
            <a:spLocks noGrp="1"/>
          </p:cNvSpPr>
          <p:nvPr/>
        </p:nvSpPr>
        <p:spPr>
          <a:xfrm>
            <a:off x="438150" y="476250"/>
            <a:ext cx="11239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Create a drawing window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CB8707-3E9C-497A-B7E0-1EA101D63DBE}"/>
              </a:ext>
            </a:extLst>
          </p:cNvPr>
          <p:cNvSpPr>
            <a:spLocks noGrp="1"/>
          </p:cNvSpPr>
          <p:nvPr/>
        </p:nvSpPr>
        <p:spPr>
          <a:xfrm>
            <a:off x="438150" y="1400175"/>
            <a:ext cx="11144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2EB494-20A6-4CE4-A662-A1A06BEFBFD3}"/>
              </a:ext>
            </a:extLst>
          </p:cNvPr>
          <p:cNvSpPr>
            <a:spLocks noGrp="1"/>
          </p:cNvSpPr>
          <p:nvPr/>
        </p:nvSpPr>
        <p:spPr>
          <a:xfrm>
            <a:off x="438150" y="1857375"/>
            <a:ext cx="6334125" cy="3238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import turtle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screen = turtle.Screen()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 = turtle.Turtle()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t.forward(100)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turtle.done()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05650" y="1494248"/>
            <a:ext cx="4438650" cy="370757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EE436A7-AA59-498A-A0A9-FC35C067C820}"/>
              </a:ext>
            </a:extLst>
          </p:cNvPr>
          <p:cNvSpPr>
            <a:spLocks noGrp="1"/>
          </p:cNvSpPr>
          <p:nvPr/>
        </p:nvSpPr>
        <p:spPr>
          <a:xfrm>
            <a:off x="7258050" y="5248275"/>
            <a:ext cx="42386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0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275" b="0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Path plot • arrow = final heading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67D0B6-5B08-4ADB-A0B5-CE4FB3F3BCAD}"/>
              </a:ext>
            </a:extLst>
          </p:cNvPr>
          <p:cNvSpPr>
            <a:spLocks noGrp="1"/>
          </p:cNvSpPr>
          <p:nvPr/>
        </p:nvSpPr>
        <p:spPr>
          <a:xfrm>
            <a:off x="438150" y="5476875"/>
            <a:ext cx="110966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Run as a saved .py file on a desktop.</a:t>
            </a:r>
          </a:p>
        </p:txBody>
      </p:sp>
    </p:spTree>
    <p:extLst>
      <p:ext uri="{BB962C8B-B14F-4D97-AF65-F5344CB8AC3E}">
        <p14:creationId xmlns:p14="http://schemas.microsoft.com/office/powerpoint/2010/main" val="4033063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F349C52-EAD1-42A9-B3A7-ACFDF395D029}"/>
              </a:ext>
            </a:extLst>
          </p:cNvPr>
          <p:cNvSpPr>
            <a:spLocks noGrp="1"/>
          </p:cNvSpPr>
          <p:nvPr/>
        </p:nvSpPr>
        <p:spPr>
          <a:xfrm>
            <a:off x="438150" y="476250"/>
            <a:ext cx="11239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starting position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5C3700-43A8-4704-9D46-1EE88526AA93}"/>
              </a:ext>
            </a:extLst>
          </p:cNvPr>
          <p:cNvSpPr>
            <a:spLocks noGrp="1"/>
          </p:cNvSpPr>
          <p:nvPr/>
        </p:nvSpPr>
        <p:spPr>
          <a:xfrm>
            <a:off x="438150" y="1400175"/>
            <a:ext cx="11144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F689ED-2944-465F-94CF-27ED53A0760A}"/>
              </a:ext>
            </a:extLst>
          </p:cNvPr>
          <p:cNvSpPr>
            <a:spLocks noGrp="1"/>
          </p:cNvSpPr>
          <p:nvPr/>
        </p:nvSpPr>
        <p:spPr>
          <a:xfrm>
            <a:off x="438150" y="1857375"/>
            <a:ext cx="6334125" cy="3238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print(t.position())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print(t.heading())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05650" y="1494248"/>
            <a:ext cx="4438650" cy="370757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8C7BEE4-752B-428A-B56D-828FC23BAA15}"/>
              </a:ext>
            </a:extLst>
          </p:cNvPr>
          <p:cNvSpPr>
            <a:spLocks noGrp="1"/>
          </p:cNvSpPr>
          <p:nvPr/>
        </p:nvSpPr>
        <p:spPr>
          <a:xfrm>
            <a:off x="7258050" y="5248275"/>
            <a:ext cx="42386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0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275" b="0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Path plot • arrow = final heading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6BE757-BB36-460C-8E2F-E0D57D7218C8}"/>
              </a:ext>
            </a:extLst>
          </p:cNvPr>
          <p:cNvSpPr>
            <a:spLocks noGrp="1"/>
          </p:cNvSpPr>
          <p:nvPr/>
        </p:nvSpPr>
        <p:spPr>
          <a:xfrm>
            <a:off x="438150" y="5476875"/>
            <a:ext cx="110966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Fresh turtle: (0, 0), facing east.</a:t>
            </a:r>
          </a:p>
        </p:txBody>
      </p:sp>
    </p:spTree>
    <p:extLst>
      <p:ext uri="{BB962C8B-B14F-4D97-AF65-F5344CB8AC3E}">
        <p14:creationId xmlns:p14="http://schemas.microsoft.com/office/powerpoint/2010/main" val="1146743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BB83563-995A-435F-B2C7-E03D380AA8A8}"/>
              </a:ext>
            </a:extLst>
          </p:cNvPr>
          <p:cNvSpPr>
            <a:spLocks noGrp="1"/>
          </p:cNvSpPr>
          <p:nvPr/>
        </p:nvSpPr>
        <p:spPr>
          <a:xfrm>
            <a:off x="438150" y="476250"/>
            <a:ext cx="11239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Move relative to the heading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DC996C-D804-4CAB-A254-48139C27CD88}"/>
              </a:ext>
            </a:extLst>
          </p:cNvPr>
          <p:cNvSpPr>
            <a:spLocks noGrp="1"/>
          </p:cNvSpPr>
          <p:nvPr/>
        </p:nvSpPr>
        <p:spPr>
          <a:xfrm>
            <a:off x="438150" y="1400175"/>
            <a:ext cx="11144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506DDE-9F41-40EB-AA96-909A33C03AF2}"/>
              </a:ext>
            </a:extLst>
          </p:cNvPr>
          <p:cNvSpPr>
            <a:spLocks noGrp="1"/>
          </p:cNvSpPr>
          <p:nvPr/>
        </p:nvSpPr>
        <p:spPr>
          <a:xfrm>
            <a:off x="438150" y="1857375"/>
            <a:ext cx="6334125" cy="3238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t.forward(100)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t.backward(40)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05650" y="1494248"/>
            <a:ext cx="4438650" cy="370757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A4F241F-CA6E-46B2-BA71-A7CC2439D3ED}"/>
              </a:ext>
            </a:extLst>
          </p:cNvPr>
          <p:cNvSpPr>
            <a:spLocks noGrp="1"/>
          </p:cNvSpPr>
          <p:nvPr/>
        </p:nvSpPr>
        <p:spPr>
          <a:xfrm>
            <a:off x="7258050" y="5248275"/>
            <a:ext cx="42386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0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275" b="0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Path plot • arrow = final heading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E547AC-8B9C-42DF-BF0C-4E4B75724978}"/>
              </a:ext>
            </a:extLst>
          </p:cNvPr>
          <p:cNvSpPr>
            <a:spLocks noGrp="1"/>
          </p:cNvSpPr>
          <p:nvPr/>
        </p:nvSpPr>
        <p:spPr>
          <a:xfrm>
            <a:off x="438150" y="5476875"/>
            <a:ext cx="110966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Forward and backward keep the same heading.</a:t>
            </a:r>
          </a:p>
        </p:txBody>
      </p:sp>
    </p:spTree>
    <p:extLst>
      <p:ext uri="{BB962C8B-B14F-4D97-AF65-F5344CB8AC3E}">
        <p14:creationId xmlns:p14="http://schemas.microsoft.com/office/powerpoint/2010/main" val="2381641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38539C6-2841-47CE-A9D2-D1F4AAA385C2}"/>
              </a:ext>
            </a:extLst>
          </p:cNvPr>
          <p:cNvSpPr>
            <a:spLocks noGrp="1"/>
          </p:cNvSpPr>
          <p:nvPr/>
        </p:nvSpPr>
        <p:spPr>
          <a:xfrm>
            <a:off x="438150" y="476250"/>
            <a:ext cx="11239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Turn, then move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2D8CF2-1780-4412-9763-962EECED370F}"/>
              </a:ext>
            </a:extLst>
          </p:cNvPr>
          <p:cNvSpPr>
            <a:spLocks noGrp="1"/>
          </p:cNvSpPr>
          <p:nvPr/>
        </p:nvSpPr>
        <p:spPr>
          <a:xfrm>
            <a:off x="438150" y="1400175"/>
            <a:ext cx="11144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4A5F47-996D-46DF-B2E2-8B2797079752}"/>
              </a:ext>
            </a:extLst>
          </p:cNvPr>
          <p:cNvSpPr>
            <a:spLocks noGrp="1"/>
          </p:cNvSpPr>
          <p:nvPr/>
        </p:nvSpPr>
        <p:spPr>
          <a:xfrm>
            <a:off x="438150" y="1857375"/>
            <a:ext cx="6334125" cy="3238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t.forward(100)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t.left(90)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t.forward(60)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05650" y="1494248"/>
            <a:ext cx="4438650" cy="370757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32D1FE1-05AA-4C5C-B2EB-116F61AF859E}"/>
              </a:ext>
            </a:extLst>
          </p:cNvPr>
          <p:cNvSpPr>
            <a:spLocks noGrp="1"/>
          </p:cNvSpPr>
          <p:nvPr/>
        </p:nvSpPr>
        <p:spPr>
          <a:xfrm>
            <a:off x="7258050" y="5248275"/>
            <a:ext cx="42386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0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275" b="0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Path plot • arrow = final heading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CD1C09-1B41-4C26-AF65-CFCF4F0A7AEB}"/>
              </a:ext>
            </a:extLst>
          </p:cNvPr>
          <p:cNvSpPr>
            <a:spLocks noGrp="1"/>
          </p:cNvSpPr>
          <p:nvPr/>
        </p:nvSpPr>
        <p:spPr>
          <a:xfrm>
            <a:off x="438150" y="5476875"/>
            <a:ext cx="110966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left(90) turns anticlockwise.</a:t>
            </a:r>
          </a:p>
        </p:txBody>
      </p:sp>
    </p:spTree>
    <p:extLst>
      <p:ext uri="{BB962C8B-B14F-4D97-AF65-F5344CB8AC3E}">
        <p14:creationId xmlns:p14="http://schemas.microsoft.com/office/powerpoint/2010/main" val="1913683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55B6066-6CB0-4452-A90A-7CD3A3D4ADDE}"/>
              </a:ext>
            </a:extLst>
          </p:cNvPr>
          <p:cNvSpPr>
            <a:spLocks noGrp="1"/>
          </p:cNvSpPr>
          <p:nvPr/>
        </p:nvSpPr>
        <p:spPr>
          <a:xfrm>
            <a:off x="438150" y="476250"/>
            <a:ext cx="11239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right turn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5F1687-BA6D-4D0D-96F3-0CD86AC42804}"/>
              </a:ext>
            </a:extLst>
          </p:cNvPr>
          <p:cNvSpPr>
            <a:spLocks noGrp="1"/>
          </p:cNvSpPr>
          <p:nvPr/>
        </p:nvSpPr>
        <p:spPr>
          <a:xfrm>
            <a:off x="438150" y="1400175"/>
            <a:ext cx="11144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F8EBEF-0794-472E-992B-158217DA66F1}"/>
              </a:ext>
            </a:extLst>
          </p:cNvPr>
          <p:cNvSpPr>
            <a:spLocks noGrp="1"/>
          </p:cNvSpPr>
          <p:nvPr/>
        </p:nvSpPr>
        <p:spPr>
          <a:xfrm>
            <a:off x="438150" y="1857375"/>
            <a:ext cx="6334125" cy="3238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t.forward(100)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t.right(90)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t.forward(60)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05650" y="1494248"/>
            <a:ext cx="4438650" cy="370757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A34A39D-C21A-465A-84C0-A0795DE84C52}"/>
              </a:ext>
            </a:extLst>
          </p:cNvPr>
          <p:cNvSpPr>
            <a:spLocks noGrp="1"/>
          </p:cNvSpPr>
          <p:nvPr/>
        </p:nvSpPr>
        <p:spPr>
          <a:xfrm>
            <a:off x="7258050" y="5248275"/>
            <a:ext cx="42386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0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275" b="0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Path plot • arrow = final heading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3A0CD2-550A-43F5-831A-4D00A5939BDA}"/>
              </a:ext>
            </a:extLst>
          </p:cNvPr>
          <p:cNvSpPr>
            <a:spLocks noGrp="1"/>
          </p:cNvSpPr>
          <p:nvPr/>
        </p:nvSpPr>
        <p:spPr>
          <a:xfrm>
            <a:off x="438150" y="5476875"/>
            <a:ext cx="110966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right(90) turns clockwise.</a:t>
            </a:r>
          </a:p>
        </p:txBody>
      </p:sp>
    </p:spTree>
    <p:extLst>
      <p:ext uri="{BB962C8B-B14F-4D97-AF65-F5344CB8AC3E}">
        <p14:creationId xmlns:p14="http://schemas.microsoft.com/office/powerpoint/2010/main" val="3702063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CD87DEE-F22A-4DDE-9A14-6E37BCDA5A2D}"/>
              </a:ext>
            </a:extLst>
          </p:cNvPr>
          <p:cNvSpPr>
            <a:spLocks noGrp="1"/>
          </p:cNvSpPr>
          <p:nvPr/>
        </p:nvSpPr>
        <p:spPr>
          <a:xfrm>
            <a:off x="438150" y="476250"/>
            <a:ext cx="11239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Set an absolute heading</a:t>
            </a:r>
          </a:p>
        </p:txBody>
      </p:sp>
      <p:graphicFrame>
        <p:nvGraphicFramePr>
          <p:cNvPr id="7" name="Table 6"/>
          <p:cNvGraphicFramePr/>
          <p:nvPr/>
        </p:nvGraphicFramePr>
        <p:xfrm>
          <a:off x="438150" y="1524000"/>
          <a:ext cx="11096625" cy="3476625"/>
        </p:xfrm>
        <a:graphic>
          <a:graphicData uri="http://schemas.openxmlformats.org/drawingml/2006/table">
            <a:tbl>
              <a:tblPr/>
              <a:tblGrid>
                <a:gridCol w="447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1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Command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Direction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t.setheading(0)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east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t.setheading(90)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north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t.setheading(180)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west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t.setheading(270)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south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859E4093-C182-4AC8-B40A-A02CC81F10A9}"/>
              </a:ext>
            </a:extLst>
          </p:cNvPr>
          <p:cNvSpPr>
            <a:spLocks noGrp="1"/>
          </p:cNvSpPr>
          <p:nvPr/>
        </p:nvSpPr>
        <p:spPr>
          <a:xfrm>
            <a:off x="438150" y="5314950"/>
            <a:ext cx="11096625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setheading chooses a direction directly.</a:t>
            </a:r>
          </a:p>
        </p:txBody>
      </p:sp>
    </p:spTree>
    <p:extLst>
      <p:ext uri="{BB962C8B-B14F-4D97-AF65-F5344CB8AC3E}">
        <p14:creationId xmlns:p14="http://schemas.microsoft.com/office/powerpoint/2010/main" val="2832582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A060A52-CB38-4432-82A9-E6B008037CF5}"/>
              </a:ext>
            </a:extLst>
          </p:cNvPr>
          <p:cNvSpPr>
            <a:spLocks noGrp="1"/>
          </p:cNvSpPr>
          <p:nvPr/>
        </p:nvSpPr>
        <p:spPr>
          <a:xfrm>
            <a:off x="438150" y="476250"/>
            <a:ext cx="11239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Travel without drawing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450FCF-EEB3-4AC1-AA30-0791C72DED83}"/>
              </a:ext>
            </a:extLst>
          </p:cNvPr>
          <p:cNvSpPr>
            <a:spLocks noGrp="1"/>
          </p:cNvSpPr>
          <p:nvPr/>
        </p:nvSpPr>
        <p:spPr>
          <a:xfrm>
            <a:off x="438150" y="1400175"/>
            <a:ext cx="11144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ADE40B-F684-410E-93B9-D73499C131C0}"/>
              </a:ext>
            </a:extLst>
          </p:cNvPr>
          <p:cNvSpPr>
            <a:spLocks noGrp="1"/>
          </p:cNvSpPr>
          <p:nvPr/>
        </p:nvSpPr>
        <p:spPr>
          <a:xfrm>
            <a:off x="438150" y="1857375"/>
            <a:ext cx="6334125" cy="3238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t.forward(60)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t.penup()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t.forward(40)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t.pendown()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t.forward(60)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05650" y="1494248"/>
            <a:ext cx="4438650" cy="370757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8EC3B9A-84FF-4E0D-8661-C159B4096DE6}"/>
              </a:ext>
            </a:extLst>
          </p:cNvPr>
          <p:cNvSpPr>
            <a:spLocks noGrp="1"/>
          </p:cNvSpPr>
          <p:nvPr/>
        </p:nvSpPr>
        <p:spPr>
          <a:xfrm>
            <a:off x="7258050" y="5248275"/>
            <a:ext cx="42386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0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275" b="0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Path plot • arrow = final heading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E7E2FE-11F0-4BEB-BBBA-EFB1AF661A51}"/>
              </a:ext>
            </a:extLst>
          </p:cNvPr>
          <p:cNvSpPr>
            <a:spLocks noGrp="1"/>
          </p:cNvSpPr>
          <p:nvPr/>
        </p:nvSpPr>
        <p:spPr>
          <a:xfrm>
            <a:off x="438150" y="5476875"/>
            <a:ext cx="110966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Pen up: no trail. Pen down: draw while moving.</a:t>
            </a:r>
          </a:p>
        </p:txBody>
      </p:sp>
    </p:spTree>
    <p:extLst>
      <p:ext uri="{BB962C8B-B14F-4D97-AF65-F5344CB8AC3E}">
        <p14:creationId xmlns:p14="http://schemas.microsoft.com/office/powerpoint/2010/main" val="1780280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0CC6934-B5D4-4D42-BE1C-099AC78B8BC4}"/>
              </a:ext>
            </a:extLst>
          </p:cNvPr>
          <p:cNvSpPr>
            <a:spLocks noGrp="1"/>
          </p:cNvSpPr>
          <p:nvPr/>
        </p:nvSpPr>
        <p:spPr>
          <a:xfrm>
            <a:off x="438150" y="476250"/>
            <a:ext cx="11239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Change colour and thickness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E1FBD5-9C8E-405E-A081-0938638693D8}"/>
              </a:ext>
            </a:extLst>
          </p:cNvPr>
          <p:cNvSpPr>
            <a:spLocks noGrp="1"/>
          </p:cNvSpPr>
          <p:nvPr/>
        </p:nvSpPr>
        <p:spPr>
          <a:xfrm>
            <a:off x="438150" y="1400175"/>
            <a:ext cx="11144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E4AE00-8C97-4058-81C8-FFD76D88ECD2}"/>
              </a:ext>
            </a:extLst>
          </p:cNvPr>
          <p:cNvSpPr>
            <a:spLocks noGrp="1"/>
          </p:cNvSpPr>
          <p:nvPr/>
        </p:nvSpPr>
        <p:spPr>
          <a:xfrm>
            <a:off x="438150" y="1857375"/>
            <a:ext cx="6334125" cy="3238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t.pencolor("navy")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t.pensize(6)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t.forward(100)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t.left(90)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t.pencolor("orange")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t.forward(60)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05650" y="1494248"/>
            <a:ext cx="4438650" cy="370757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6D313C7-9314-4CC8-9A40-EB6C1241616B}"/>
              </a:ext>
            </a:extLst>
          </p:cNvPr>
          <p:cNvSpPr>
            <a:spLocks noGrp="1"/>
          </p:cNvSpPr>
          <p:nvPr/>
        </p:nvSpPr>
        <p:spPr>
          <a:xfrm>
            <a:off x="7258050" y="5248275"/>
            <a:ext cx="42386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0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275" b="0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Path plot • arrow = final heading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86E214-8035-4DA4-8612-AF2C70FF98D1}"/>
              </a:ext>
            </a:extLst>
          </p:cNvPr>
          <p:cNvSpPr>
            <a:spLocks noGrp="1"/>
          </p:cNvSpPr>
          <p:nvPr/>
        </p:nvSpPr>
        <p:spPr>
          <a:xfrm>
            <a:off x="438150" y="5476875"/>
            <a:ext cx="110966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Style changes affect later strokes.</a:t>
            </a:r>
          </a:p>
        </p:txBody>
      </p:sp>
    </p:spTree>
    <p:extLst>
      <p:ext uri="{BB962C8B-B14F-4D97-AF65-F5344CB8AC3E}">
        <p14:creationId xmlns:p14="http://schemas.microsoft.com/office/powerpoint/2010/main" val="781518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F0A624D-F0D2-44AB-9C18-B339F580FDAE}"/>
              </a:ext>
            </a:extLst>
          </p:cNvPr>
          <p:cNvSpPr>
            <a:spLocks noGrp="1"/>
          </p:cNvSpPr>
          <p:nvPr/>
        </p:nvSpPr>
        <p:spPr>
          <a:xfrm>
            <a:off x="438150" y="476250"/>
            <a:ext cx="11239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Move to an exact point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78B215-83A9-443C-B337-E164A571D751}"/>
              </a:ext>
            </a:extLst>
          </p:cNvPr>
          <p:cNvSpPr>
            <a:spLocks noGrp="1"/>
          </p:cNvSpPr>
          <p:nvPr/>
        </p:nvSpPr>
        <p:spPr>
          <a:xfrm>
            <a:off x="438150" y="1400175"/>
            <a:ext cx="11144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877A2D-20FF-4454-BFA0-79BB90765FB6}"/>
              </a:ext>
            </a:extLst>
          </p:cNvPr>
          <p:cNvSpPr>
            <a:spLocks noGrp="1"/>
          </p:cNvSpPr>
          <p:nvPr/>
        </p:nvSpPr>
        <p:spPr>
          <a:xfrm>
            <a:off x="438150" y="1857375"/>
            <a:ext cx="6334125" cy="3238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t.goto(100, 60)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05650" y="1494248"/>
            <a:ext cx="4438650" cy="370757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8EB761F-AB15-4592-947F-B2DE13A632F3}"/>
              </a:ext>
            </a:extLst>
          </p:cNvPr>
          <p:cNvSpPr>
            <a:spLocks noGrp="1"/>
          </p:cNvSpPr>
          <p:nvPr/>
        </p:nvSpPr>
        <p:spPr>
          <a:xfrm>
            <a:off x="7258050" y="5248275"/>
            <a:ext cx="42386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0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275" b="0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Path plot • arrow = final heading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3B5070-405C-4567-B036-F0AFCF28AE85}"/>
              </a:ext>
            </a:extLst>
          </p:cNvPr>
          <p:cNvSpPr>
            <a:spLocks noGrp="1"/>
          </p:cNvSpPr>
          <p:nvPr/>
        </p:nvSpPr>
        <p:spPr>
          <a:xfrm>
            <a:off x="438150" y="5476875"/>
            <a:ext cx="110966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goto(x, y) uses absolute coordinates.</a:t>
            </a:r>
          </a:p>
        </p:txBody>
      </p:sp>
    </p:spTree>
    <p:extLst>
      <p:ext uri="{BB962C8B-B14F-4D97-AF65-F5344CB8AC3E}">
        <p14:creationId xmlns:p14="http://schemas.microsoft.com/office/powerpoint/2010/main" val="3093304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9C5F90C-506C-412A-ABF4-C5EA610D4C34}"/>
              </a:ext>
            </a:extLst>
          </p:cNvPr>
          <p:cNvSpPr>
            <a:spLocks noGrp="1"/>
          </p:cNvSpPr>
          <p:nvPr/>
        </p:nvSpPr>
        <p:spPr>
          <a:xfrm>
            <a:off x="438150" y="476250"/>
            <a:ext cx="11239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Negative coordinates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73CB10-DC3F-4D75-A2DC-9CA5ADF71255}"/>
              </a:ext>
            </a:extLst>
          </p:cNvPr>
          <p:cNvSpPr>
            <a:spLocks noGrp="1"/>
          </p:cNvSpPr>
          <p:nvPr/>
        </p:nvSpPr>
        <p:spPr>
          <a:xfrm>
            <a:off x="438150" y="1400175"/>
            <a:ext cx="11144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645E76-419F-47C5-B700-766DB23B9F99}"/>
              </a:ext>
            </a:extLst>
          </p:cNvPr>
          <p:cNvSpPr>
            <a:spLocks noGrp="1"/>
          </p:cNvSpPr>
          <p:nvPr/>
        </p:nvSpPr>
        <p:spPr>
          <a:xfrm>
            <a:off x="438150" y="1857375"/>
            <a:ext cx="6334125" cy="3238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t.goto(-80, 60)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t.goto(-80, -40)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05650" y="1494248"/>
            <a:ext cx="4438650" cy="370757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4869203-6611-42D1-80FF-FED45F552764}"/>
              </a:ext>
            </a:extLst>
          </p:cNvPr>
          <p:cNvSpPr>
            <a:spLocks noGrp="1"/>
          </p:cNvSpPr>
          <p:nvPr/>
        </p:nvSpPr>
        <p:spPr>
          <a:xfrm>
            <a:off x="7258050" y="5248275"/>
            <a:ext cx="42386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0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275" b="0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Path plot • arrow = final heading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5C71A2-2B81-4E31-9B96-425F800C59B8}"/>
              </a:ext>
            </a:extLst>
          </p:cNvPr>
          <p:cNvSpPr>
            <a:spLocks noGrp="1"/>
          </p:cNvSpPr>
          <p:nvPr/>
        </p:nvSpPr>
        <p:spPr>
          <a:xfrm>
            <a:off x="438150" y="5476875"/>
            <a:ext cx="110966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Negative x: left. Negative y: down.</a:t>
            </a:r>
          </a:p>
        </p:txBody>
      </p:sp>
    </p:spTree>
    <p:extLst>
      <p:ext uri="{BB962C8B-B14F-4D97-AF65-F5344CB8AC3E}">
        <p14:creationId xmlns:p14="http://schemas.microsoft.com/office/powerpoint/2010/main" val="2744082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45D8417-F547-4CDD-B4DD-282DEF3A907D}"/>
              </a:ext>
            </a:extLst>
          </p:cNvPr>
          <p:cNvSpPr>
            <a:spLocks noGrp="1"/>
          </p:cNvSpPr>
          <p:nvPr/>
        </p:nvSpPr>
        <p:spPr>
          <a:xfrm>
            <a:off x="438150" y="476250"/>
            <a:ext cx="11239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Position and direction are separate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948D37-4242-4664-8B7F-E22F8DE7CFC7}"/>
              </a:ext>
            </a:extLst>
          </p:cNvPr>
          <p:cNvSpPr>
            <a:spLocks noGrp="1"/>
          </p:cNvSpPr>
          <p:nvPr/>
        </p:nvSpPr>
        <p:spPr>
          <a:xfrm>
            <a:off x="438150" y="1400175"/>
            <a:ext cx="11144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D6E1E0-CEAF-4258-95DA-D5A23228D0AC}"/>
              </a:ext>
            </a:extLst>
          </p:cNvPr>
          <p:cNvSpPr>
            <a:spLocks noGrp="1"/>
          </p:cNvSpPr>
          <p:nvPr/>
        </p:nvSpPr>
        <p:spPr>
          <a:xfrm>
            <a:off x="438150" y="1857375"/>
            <a:ext cx="6334125" cy="3238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t.goto(100, 60)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t.forward(50)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05650" y="1494248"/>
            <a:ext cx="4438650" cy="370757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831D1F9-007D-45B8-AD9F-70BB2D5186E8}"/>
              </a:ext>
            </a:extLst>
          </p:cNvPr>
          <p:cNvSpPr>
            <a:spLocks noGrp="1"/>
          </p:cNvSpPr>
          <p:nvPr/>
        </p:nvSpPr>
        <p:spPr>
          <a:xfrm>
            <a:off x="7258050" y="5248275"/>
            <a:ext cx="42386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0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275" b="0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Path plot • arrow = final heading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A0EBAF-C0B3-4A01-8352-C65FE33077E5}"/>
              </a:ext>
            </a:extLst>
          </p:cNvPr>
          <p:cNvSpPr>
            <a:spLocks noGrp="1"/>
          </p:cNvSpPr>
          <p:nvPr/>
        </p:nvSpPr>
        <p:spPr>
          <a:xfrm>
            <a:off x="438150" y="5476875"/>
            <a:ext cx="110966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goto does not point the turtle at the target.</a:t>
            </a:r>
          </a:p>
        </p:txBody>
      </p:sp>
    </p:spTree>
    <p:extLst>
      <p:ext uri="{BB962C8B-B14F-4D97-AF65-F5344CB8AC3E}">
        <p14:creationId xmlns:p14="http://schemas.microsoft.com/office/powerpoint/2010/main" val="2053440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4C0BDA-3442-480F-914F-7C6013117529}"/>
              </a:ext>
            </a:extLst>
          </p:cNvPr>
          <p:cNvSpPr>
            <a:spLocks noGrp="1"/>
          </p:cNvSpPr>
          <p:nvPr/>
        </p:nvSpPr>
        <p:spPr>
          <a:xfrm>
            <a:off x="438150" y="476250"/>
            <a:ext cx="11239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Draw a rectangle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1DDBBF-E9E9-4ABD-89DC-769E5FBE3EEF}"/>
              </a:ext>
            </a:extLst>
          </p:cNvPr>
          <p:cNvSpPr>
            <a:spLocks noGrp="1"/>
          </p:cNvSpPr>
          <p:nvPr/>
        </p:nvSpPr>
        <p:spPr>
          <a:xfrm>
            <a:off x="438150" y="1400175"/>
            <a:ext cx="11144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72D639-DF09-494F-9BC5-128B46C8C943}"/>
              </a:ext>
            </a:extLst>
          </p:cNvPr>
          <p:cNvSpPr>
            <a:spLocks noGrp="1"/>
          </p:cNvSpPr>
          <p:nvPr/>
        </p:nvSpPr>
        <p:spPr>
          <a:xfrm>
            <a:off x="438150" y="1857375"/>
            <a:ext cx="6334125" cy="3238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t.forward(120)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t.left(90)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t.forward(60)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t.left(90)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t.forward(120)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t.left(90)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t.forward(60)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t.left(90)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05650" y="1494248"/>
            <a:ext cx="4438650" cy="370757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DDEA8CB-CBCD-41A6-AE65-35A6B336660D}"/>
              </a:ext>
            </a:extLst>
          </p:cNvPr>
          <p:cNvSpPr>
            <a:spLocks noGrp="1"/>
          </p:cNvSpPr>
          <p:nvPr/>
        </p:nvSpPr>
        <p:spPr>
          <a:xfrm>
            <a:off x="7258050" y="5248275"/>
            <a:ext cx="42386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0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275" b="0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Path plot • arrow = final heading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50FBDE-BDA6-4F8C-80AD-43952C5B5C72}"/>
              </a:ext>
            </a:extLst>
          </p:cNvPr>
          <p:cNvSpPr>
            <a:spLocks noGrp="1"/>
          </p:cNvSpPr>
          <p:nvPr/>
        </p:nvSpPr>
        <p:spPr>
          <a:xfrm>
            <a:off x="438150" y="5476875"/>
            <a:ext cx="110966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Opposite sides match; four turns total 360°.</a:t>
            </a:r>
          </a:p>
        </p:txBody>
      </p:sp>
    </p:spTree>
    <p:extLst>
      <p:ext uri="{BB962C8B-B14F-4D97-AF65-F5344CB8AC3E}">
        <p14:creationId xmlns:p14="http://schemas.microsoft.com/office/powerpoint/2010/main" val="955437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3C6CE2D-D22D-4039-94FA-25C71CF184FD}"/>
              </a:ext>
            </a:extLst>
          </p:cNvPr>
          <p:cNvSpPr>
            <a:spLocks noGrp="1"/>
          </p:cNvSpPr>
          <p:nvPr/>
        </p:nvSpPr>
        <p:spPr>
          <a:xfrm>
            <a:off x="438150" y="476250"/>
            <a:ext cx="11239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Clear the drawing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4E9866-9CED-452C-92E0-71D9D9A03AB3}"/>
              </a:ext>
            </a:extLst>
          </p:cNvPr>
          <p:cNvSpPr>
            <a:spLocks noGrp="1"/>
          </p:cNvSpPr>
          <p:nvPr/>
        </p:nvSpPr>
        <p:spPr>
          <a:xfrm>
            <a:off x="438150" y="1400175"/>
            <a:ext cx="11144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F81598-862E-4AAE-A530-0A64B72F31AF}"/>
              </a:ext>
            </a:extLst>
          </p:cNvPr>
          <p:cNvSpPr>
            <a:spLocks noGrp="1"/>
          </p:cNvSpPr>
          <p:nvPr/>
        </p:nvSpPr>
        <p:spPr>
          <a:xfrm>
            <a:off x="438150" y="1857375"/>
            <a:ext cx="7277100" cy="3238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5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2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t.forward(100)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5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2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t.clear()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5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2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print(t.position())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6280C6-DF2B-467A-A09C-BABD1CD77D9C}"/>
              </a:ext>
            </a:extLst>
          </p:cNvPr>
          <p:cNvSpPr>
            <a:spLocks noGrp="1"/>
          </p:cNvSpPr>
          <p:nvPr/>
        </p:nvSpPr>
        <p:spPr>
          <a:xfrm>
            <a:off x="8115300" y="1485900"/>
            <a:ext cx="3429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0E01B0-8212-4A41-89C8-E9806160AF5C}"/>
              </a:ext>
            </a:extLst>
          </p:cNvPr>
          <p:cNvSpPr>
            <a:spLocks noGrp="1"/>
          </p:cNvSpPr>
          <p:nvPr/>
        </p:nvSpPr>
        <p:spPr>
          <a:xfrm>
            <a:off x="8115300" y="1885950"/>
            <a:ext cx="3429000" cy="3114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(100.00,0.00)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0133D5-8EB1-46DE-A8A9-838A5DCE8550}"/>
              </a:ext>
            </a:extLst>
          </p:cNvPr>
          <p:cNvSpPr>
            <a:spLocks noGrp="1"/>
          </p:cNvSpPr>
          <p:nvPr/>
        </p:nvSpPr>
        <p:spPr>
          <a:xfrm>
            <a:off x="438150" y="5476875"/>
            <a:ext cx="110966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clear() removes strokes, not position.</a:t>
            </a:r>
          </a:p>
        </p:txBody>
      </p:sp>
    </p:spTree>
    <p:extLst>
      <p:ext uri="{BB962C8B-B14F-4D97-AF65-F5344CB8AC3E}">
        <p14:creationId xmlns:p14="http://schemas.microsoft.com/office/powerpoint/2010/main" val="18062015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508658-8C84-4EC8-B155-E4481ACD14A2}"/>
              </a:ext>
            </a:extLst>
          </p:cNvPr>
          <p:cNvSpPr>
            <a:spLocks noGrp="1"/>
          </p:cNvSpPr>
          <p:nvPr/>
        </p:nvSpPr>
        <p:spPr>
          <a:xfrm>
            <a:off x="438150" y="476250"/>
            <a:ext cx="11239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Trace the endpoint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13A7A2-435B-4D7C-BEC6-E37F3209D1E8}"/>
              </a:ext>
            </a:extLst>
          </p:cNvPr>
          <p:cNvSpPr>
            <a:spLocks noGrp="1"/>
          </p:cNvSpPr>
          <p:nvPr/>
        </p:nvSpPr>
        <p:spPr>
          <a:xfrm>
            <a:off x="438150" y="1400175"/>
            <a:ext cx="11144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C8BE77-9F01-4AE2-BF37-332B66C80146}"/>
              </a:ext>
            </a:extLst>
          </p:cNvPr>
          <p:cNvSpPr>
            <a:spLocks noGrp="1"/>
          </p:cNvSpPr>
          <p:nvPr/>
        </p:nvSpPr>
        <p:spPr>
          <a:xfrm>
            <a:off x="438150" y="1857375"/>
            <a:ext cx="6334125" cy="3238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t.forward(80)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t.left(90)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t.forward(30)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t.right(90)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t.forward(20)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05650" y="1494248"/>
            <a:ext cx="4438650" cy="370757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57ABC17-B2FA-40A1-B997-6A758F570BA9}"/>
              </a:ext>
            </a:extLst>
          </p:cNvPr>
          <p:cNvSpPr>
            <a:spLocks noGrp="1"/>
          </p:cNvSpPr>
          <p:nvPr/>
        </p:nvSpPr>
        <p:spPr>
          <a:xfrm>
            <a:off x="7258050" y="5248275"/>
            <a:ext cx="42386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0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275" b="0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Path plot • arrow = final heading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941992-14EB-4524-80FB-3DE0F44C3B61}"/>
              </a:ext>
            </a:extLst>
          </p:cNvPr>
          <p:cNvSpPr>
            <a:spLocks noGrp="1"/>
          </p:cNvSpPr>
          <p:nvPr/>
        </p:nvSpPr>
        <p:spPr>
          <a:xfrm>
            <a:off x="438150" y="5476875"/>
            <a:ext cx="110966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Use each move to find the final coordinates.</a:t>
            </a:r>
          </a:p>
        </p:txBody>
      </p:sp>
    </p:spTree>
    <p:extLst>
      <p:ext uri="{BB962C8B-B14F-4D97-AF65-F5344CB8AC3E}">
        <p14:creationId xmlns:p14="http://schemas.microsoft.com/office/powerpoint/2010/main" val="37364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2FD3ABF-DD34-472D-9F95-B3B8B9D364E4}"/>
              </a:ext>
            </a:extLst>
          </p:cNvPr>
          <p:cNvSpPr>
            <a:spLocks noGrp="1"/>
          </p:cNvSpPr>
          <p:nvPr/>
        </p:nvSpPr>
        <p:spPr>
          <a:xfrm>
            <a:off x="438150" y="476250"/>
            <a:ext cx="11239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Your turn: a coordinate triangle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FDD5EE-929E-4C1D-9FC9-9928BB4C768F}"/>
              </a:ext>
            </a:extLst>
          </p:cNvPr>
          <p:cNvSpPr>
            <a:spLocks noGrp="1"/>
          </p:cNvSpPr>
          <p:nvPr/>
        </p:nvSpPr>
        <p:spPr>
          <a:xfrm>
            <a:off x="438150" y="1457325"/>
            <a:ext cx="6096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12 MINUTES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9ABD8A-1C79-42BF-BE3F-6CCAEF4EE751}"/>
              </a:ext>
            </a:extLst>
          </p:cNvPr>
          <p:cNvSpPr>
            <a:spLocks noGrp="1"/>
          </p:cNvSpPr>
          <p:nvPr/>
        </p:nvSpPr>
        <p:spPr>
          <a:xfrm>
            <a:off x="438150" y="2019300"/>
            <a:ext cx="6191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5E332B-5A6F-4E37-945F-1963D175756C}"/>
              </a:ext>
            </a:extLst>
          </p:cNvPr>
          <p:cNvSpPr>
            <a:spLocks noGrp="1"/>
          </p:cNvSpPr>
          <p:nvPr/>
        </p:nvSpPr>
        <p:spPr>
          <a:xfrm>
            <a:off x="1247775" y="2019300"/>
            <a:ext cx="6305550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5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Move without drawing to (−80, −40).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4DEA41-F9D2-4F06-8A5E-BA9D3EF82646}"/>
              </a:ext>
            </a:extLst>
          </p:cNvPr>
          <p:cNvSpPr>
            <a:spLocks noGrp="1"/>
          </p:cNvSpPr>
          <p:nvPr/>
        </p:nvSpPr>
        <p:spPr>
          <a:xfrm>
            <a:off x="438150" y="3095625"/>
            <a:ext cx="6191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070AA9-D875-4811-AF5D-F49E7747D3EA}"/>
              </a:ext>
            </a:extLst>
          </p:cNvPr>
          <p:cNvSpPr>
            <a:spLocks noGrp="1"/>
          </p:cNvSpPr>
          <p:nvPr/>
        </p:nvSpPr>
        <p:spPr>
          <a:xfrm>
            <a:off x="1247775" y="3095625"/>
            <a:ext cx="6305550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5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Draw to (80, −40), then (0, 80).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7EEA6B-8E2F-44A9-91A6-78C1678E12B4}"/>
              </a:ext>
            </a:extLst>
          </p:cNvPr>
          <p:cNvSpPr>
            <a:spLocks noGrp="1"/>
          </p:cNvSpPr>
          <p:nvPr/>
        </p:nvSpPr>
        <p:spPr>
          <a:xfrm>
            <a:off x="438150" y="4171950"/>
            <a:ext cx="6191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FECCE7-6DD1-483B-B80C-26699097BB2E}"/>
              </a:ext>
            </a:extLst>
          </p:cNvPr>
          <p:cNvSpPr>
            <a:spLocks noGrp="1"/>
          </p:cNvSpPr>
          <p:nvPr/>
        </p:nvSpPr>
        <p:spPr>
          <a:xfrm>
            <a:off x="1247775" y="4171950"/>
            <a:ext cx="6305550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5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Return to (−80, −40).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6C7649-F5FE-4254-9113-B1289493AD09}"/>
              </a:ext>
            </a:extLst>
          </p:cNvPr>
          <p:cNvSpPr>
            <a:spLocks noGrp="1"/>
          </p:cNvSpPr>
          <p:nvPr/>
        </p:nvSpPr>
        <p:spPr>
          <a:xfrm>
            <a:off x="8048625" y="1552575"/>
            <a:ext cx="3429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Check your work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26895D-3926-46DB-B692-72DDB2E15577}"/>
              </a:ext>
            </a:extLst>
          </p:cNvPr>
          <p:cNvSpPr>
            <a:spLocks noGrp="1"/>
          </p:cNvSpPr>
          <p:nvPr/>
        </p:nvSpPr>
        <p:spPr>
          <a:xfrm>
            <a:off x="8048625" y="2238375"/>
            <a:ext cx="3381375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Three connected sides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C6A5AD-4E8C-41E5-BC4C-3FEB4ED2FF78}"/>
              </a:ext>
            </a:extLst>
          </p:cNvPr>
          <p:cNvSpPr>
            <a:spLocks noGrp="1"/>
          </p:cNvSpPr>
          <p:nvPr/>
        </p:nvSpPr>
        <p:spPr>
          <a:xfrm>
            <a:off x="8048625" y="3105150"/>
            <a:ext cx="3381375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closed triangle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583F49-78A6-4F2E-AA9B-0984EE4FAE37}"/>
              </a:ext>
            </a:extLst>
          </p:cNvPr>
          <p:cNvSpPr>
            <a:spLocks noGrp="1"/>
          </p:cNvSpPr>
          <p:nvPr/>
        </p:nvSpPr>
        <p:spPr>
          <a:xfrm>
            <a:off x="8048625" y="3971925"/>
            <a:ext cx="3381375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No line from the origin</a:t>
            </a:r>
          </a:p>
        </p:txBody>
      </p:sp>
    </p:spTree>
    <p:extLst>
      <p:ext uri="{BB962C8B-B14F-4D97-AF65-F5344CB8AC3E}">
        <p14:creationId xmlns:p14="http://schemas.microsoft.com/office/powerpoint/2010/main" val="3803464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8F8D022-2E87-4D09-97E6-820C590008B9}"/>
              </a:ext>
            </a:extLst>
          </p:cNvPr>
          <p:cNvSpPr>
            <a:spLocks noGrp="1"/>
          </p:cNvSpPr>
          <p:nvPr/>
        </p:nvSpPr>
        <p:spPr>
          <a:xfrm>
            <a:off x="438150" y="476250"/>
            <a:ext cx="11239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Check your solution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E8D775-3A1E-442A-9FEE-4EF353FA739B}"/>
              </a:ext>
            </a:extLst>
          </p:cNvPr>
          <p:cNvSpPr>
            <a:spLocks noGrp="1"/>
          </p:cNvSpPr>
          <p:nvPr/>
        </p:nvSpPr>
        <p:spPr>
          <a:xfrm>
            <a:off x="438150" y="1400175"/>
            <a:ext cx="11144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9C07EC-1F49-45A0-A9C7-D923B88E64C6}"/>
              </a:ext>
            </a:extLst>
          </p:cNvPr>
          <p:cNvSpPr>
            <a:spLocks noGrp="1"/>
          </p:cNvSpPr>
          <p:nvPr/>
        </p:nvSpPr>
        <p:spPr>
          <a:xfrm>
            <a:off x="438150" y="1857375"/>
            <a:ext cx="6334125" cy="3238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t.penup()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t.goto(-80, -40)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t.pendown()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t.goto(80, -40)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t.goto(0, 80)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t.goto(-80, -40)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05650" y="1494248"/>
            <a:ext cx="4438650" cy="370757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474308E-3E8B-459B-8B78-3F1E0370DCB1}"/>
              </a:ext>
            </a:extLst>
          </p:cNvPr>
          <p:cNvSpPr>
            <a:spLocks noGrp="1"/>
          </p:cNvSpPr>
          <p:nvPr/>
        </p:nvSpPr>
        <p:spPr>
          <a:xfrm>
            <a:off x="7258050" y="5248275"/>
            <a:ext cx="42386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0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275" b="0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Path plot • arrow = final heading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82BC85-4767-4AF1-96C3-8F88B1B33DA1}"/>
              </a:ext>
            </a:extLst>
          </p:cNvPr>
          <p:cNvSpPr>
            <a:spLocks noGrp="1"/>
          </p:cNvSpPr>
          <p:nvPr/>
        </p:nvSpPr>
        <p:spPr>
          <a:xfrm>
            <a:off x="438150" y="5476875"/>
            <a:ext cx="110966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Compare the result. Explain one line.</a:t>
            </a:r>
          </a:p>
        </p:txBody>
      </p:sp>
    </p:spTree>
    <p:extLst>
      <p:ext uri="{BB962C8B-B14F-4D97-AF65-F5344CB8AC3E}">
        <p14:creationId xmlns:p14="http://schemas.microsoft.com/office/powerpoint/2010/main" val="490718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50B30-0CC0-A2B3-C449-C5A20E675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9C9D0F-A2ED-C219-A6AB-0CDE5FE0BFB1}"/>
              </a:ext>
            </a:extLst>
          </p:cNvPr>
          <p:cNvSpPr>
            <a:spLocks noGrp="1"/>
          </p:cNvSpPr>
          <p:nvPr/>
        </p:nvSpPr>
        <p:spPr>
          <a:xfrm>
            <a:off x="438150" y="476250"/>
            <a:ext cx="11239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lang="en-GB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Draw Circle</a:t>
            </a:r>
            <a:endParaRPr kumimoji="0" sz="3150" b="1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BC1F01-E9B6-F36E-AEDE-17D57B4BDC92}"/>
              </a:ext>
            </a:extLst>
          </p:cNvPr>
          <p:cNvSpPr>
            <a:spLocks noGrp="1"/>
          </p:cNvSpPr>
          <p:nvPr/>
        </p:nvSpPr>
        <p:spPr>
          <a:xfrm>
            <a:off x="438150" y="1400175"/>
            <a:ext cx="11144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E99B0F-69BE-CCE2-0839-515FDF6BDA95}"/>
              </a:ext>
            </a:extLst>
          </p:cNvPr>
          <p:cNvSpPr>
            <a:spLocks noGrp="1"/>
          </p:cNvSpPr>
          <p:nvPr/>
        </p:nvSpPr>
        <p:spPr>
          <a:xfrm>
            <a:off x="438150" y="1857375"/>
            <a:ext cx="6334125" cy="3238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lang="en-IE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</a:rPr>
              <a:t>t.circle</a:t>
            </a:r>
            <a:r>
              <a:rPr kumimoji="0" lang="en-IE" sz="210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</a:rPr>
              <a:t>(70, 80)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DejaVu Sans Mono"/>
              <a:ea typeface="DejaVu Sans Mono"/>
              <a:cs typeface="DejaVu Sans Mono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EBD62B-B99F-8A6F-DD63-3F2205522379}"/>
              </a:ext>
            </a:extLst>
          </p:cNvPr>
          <p:cNvSpPr>
            <a:spLocks noGrp="1"/>
          </p:cNvSpPr>
          <p:nvPr/>
        </p:nvSpPr>
        <p:spPr>
          <a:xfrm>
            <a:off x="438150" y="5476875"/>
            <a:ext cx="110966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025" b="1" i="0" u="none" strike="noStrike" kern="1200" cap="none" spc="0" normalizeH="0" baseline="0" noProof="0" dirty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Compare the result. Explain </a:t>
            </a:r>
            <a:r>
              <a:rPr kumimoji="0" lang="en-US" sz="2025" b="1" i="0" u="none" strike="noStrike" kern="1200" cap="none" spc="0" normalizeH="0" baseline="0" noProof="0" dirty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why it is not a full circle</a:t>
            </a:r>
            <a:r>
              <a:rPr kumimoji="0" sz="2025" b="1" i="0" u="none" strike="noStrike" kern="1200" cap="none" spc="0" normalizeH="0" baseline="0" noProof="0" dirty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8D82C4-7693-D242-2A8B-D611639B9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0862" y="780264"/>
            <a:ext cx="5290039" cy="4029548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3190C51-D7EA-23D0-7123-D925453DD069}"/>
              </a:ext>
            </a:extLst>
          </p:cNvPr>
          <p:cNvCxnSpPr/>
          <p:nvPr/>
        </p:nvCxnSpPr>
        <p:spPr>
          <a:xfrm flipV="1">
            <a:off x="1289538" y="2368062"/>
            <a:ext cx="211016" cy="1060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1CAF642-D537-962B-C5B7-E539BC57E540}"/>
              </a:ext>
            </a:extLst>
          </p:cNvPr>
          <p:cNvCxnSpPr>
            <a:cxnSpLocks/>
          </p:cNvCxnSpPr>
          <p:nvPr/>
        </p:nvCxnSpPr>
        <p:spPr>
          <a:xfrm flipH="1" flipV="1">
            <a:off x="2121144" y="2368062"/>
            <a:ext cx="375871" cy="1060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CEFE474-02E2-881A-8101-5496E92F729C}"/>
              </a:ext>
            </a:extLst>
          </p:cNvPr>
          <p:cNvSpPr txBox="1"/>
          <p:nvPr/>
        </p:nvSpPr>
        <p:spPr>
          <a:xfrm>
            <a:off x="962025" y="3397494"/>
            <a:ext cx="6096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E" sz="210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</a:rPr>
              <a:t>Size</a:t>
            </a:r>
            <a:endParaRPr lang="en-IE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FC05D1-FF27-C044-90C3-7C3384D0849E}"/>
              </a:ext>
            </a:extLst>
          </p:cNvPr>
          <p:cNvSpPr txBox="1"/>
          <p:nvPr/>
        </p:nvSpPr>
        <p:spPr>
          <a:xfrm>
            <a:off x="2200276" y="3429000"/>
            <a:ext cx="6096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E" sz="210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</a:rPr>
              <a:t>Angle of arc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938699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673F8-D213-C7CD-2684-A1A5C78F0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4543438-C825-3050-A785-B38BA7F44407}"/>
              </a:ext>
            </a:extLst>
          </p:cNvPr>
          <p:cNvSpPr>
            <a:spLocks noGrp="1"/>
          </p:cNvSpPr>
          <p:nvPr/>
        </p:nvSpPr>
        <p:spPr>
          <a:xfrm>
            <a:off x="438150" y="476250"/>
            <a:ext cx="11239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 </a:t>
            </a:r>
            <a:r>
              <a:rPr kumimoji="0" lang="en-GB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draw initials</a:t>
            </a:r>
            <a:endParaRPr kumimoji="0" sz="3150" b="1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A1A926-E30B-7E8E-02DA-5EA0834E3E41}"/>
              </a:ext>
            </a:extLst>
          </p:cNvPr>
          <p:cNvSpPr>
            <a:spLocks noGrp="1"/>
          </p:cNvSpPr>
          <p:nvPr/>
        </p:nvSpPr>
        <p:spPr>
          <a:xfrm>
            <a:off x="438150" y="1400175"/>
            <a:ext cx="11144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2E80DB-971C-0FC1-A086-7E422B2E0B25}"/>
              </a:ext>
            </a:extLst>
          </p:cNvPr>
          <p:cNvSpPr>
            <a:spLocks noGrp="1"/>
          </p:cNvSpPr>
          <p:nvPr/>
        </p:nvSpPr>
        <p:spPr>
          <a:xfrm>
            <a:off x="438150" y="5761892"/>
            <a:ext cx="3746256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lang="en-US" sz="2025" b="1" i="0" u="none" strike="noStrike" kern="1200" cap="none" spc="0" normalizeH="0" baseline="0" noProof="0" dirty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Now Try and Draw your Initials </a:t>
            </a:r>
            <a:endParaRPr kumimoji="0" sz="2025" b="1" i="0" u="none" strike="noStrike" kern="1200" cap="none" spc="0" normalizeH="0" baseline="0" noProof="0" dirty="0">
              <a:ln>
                <a:noFill/>
              </a:ln>
              <a:solidFill>
                <a:srgbClr val="006D94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239062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247F71A-527D-4975-A23C-4426C701C54E}"/>
              </a:ext>
            </a:extLst>
          </p:cNvPr>
          <p:cNvSpPr>
            <a:spLocks noGrp="1"/>
          </p:cNvSpPr>
          <p:nvPr/>
        </p:nvSpPr>
        <p:spPr>
          <a:xfrm>
            <a:off x="438150" y="476250"/>
            <a:ext cx="11239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Before you leave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7FBA8C-B6EF-4A36-88E7-2E9C3EF13BC9}"/>
              </a:ext>
            </a:extLst>
          </p:cNvPr>
          <p:cNvSpPr>
            <a:spLocks noGrp="1"/>
          </p:cNvSpPr>
          <p:nvPr/>
        </p:nvSpPr>
        <p:spPr>
          <a:xfrm>
            <a:off x="438150" y="1828800"/>
            <a:ext cx="6191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3ACDB8-3752-4B25-A8E3-0689E93EB449}"/>
              </a:ext>
            </a:extLst>
          </p:cNvPr>
          <p:cNvSpPr>
            <a:spLocks noGrp="1"/>
          </p:cNvSpPr>
          <p:nvPr/>
        </p:nvSpPr>
        <p:spPr>
          <a:xfrm>
            <a:off x="1247775" y="1828800"/>
            <a:ext cx="10144125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5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Does left(90) move the turtle?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136A9F-5CB4-4BA6-B258-43C21860A40F}"/>
              </a:ext>
            </a:extLst>
          </p:cNvPr>
          <p:cNvSpPr>
            <a:spLocks noGrp="1"/>
          </p:cNvSpPr>
          <p:nvPr/>
        </p:nvSpPr>
        <p:spPr>
          <a:xfrm>
            <a:off x="438150" y="2905125"/>
            <a:ext cx="6191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E2DC1C-5897-493F-8784-9A3ED26571C4}"/>
              </a:ext>
            </a:extLst>
          </p:cNvPr>
          <p:cNvSpPr>
            <a:spLocks noGrp="1"/>
          </p:cNvSpPr>
          <p:nvPr/>
        </p:nvSpPr>
        <p:spPr>
          <a:xfrm>
            <a:off x="1247775" y="2905125"/>
            <a:ext cx="10144125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5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Does goto change its heading?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909667-63F3-4F8C-802E-2B9B89925F7D}"/>
              </a:ext>
            </a:extLst>
          </p:cNvPr>
          <p:cNvSpPr>
            <a:spLocks noGrp="1"/>
          </p:cNvSpPr>
          <p:nvPr/>
        </p:nvSpPr>
        <p:spPr>
          <a:xfrm>
            <a:off x="438150" y="3981450"/>
            <a:ext cx="6191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8CA903-D32E-4283-987B-DB9CFA9EA02C}"/>
              </a:ext>
            </a:extLst>
          </p:cNvPr>
          <p:cNvSpPr>
            <a:spLocks noGrp="1"/>
          </p:cNvSpPr>
          <p:nvPr/>
        </p:nvSpPr>
        <p:spPr>
          <a:xfrm>
            <a:off x="1247775" y="3981450"/>
            <a:ext cx="10144125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5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Why use penup before goto?</a:t>
            </a:r>
          </a:p>
        </p:txBody>
      </p:sp>
    </p:spTree>
    <p:extLst>
      <p:ext uri="{BB962C8B-B14F-4D97-AF65-F5344CB8AC3E}">
        <p14:creationId xmlns:p14="http://schemas.microsoft.com/office/powerpoint/2010/main" val="31094529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AF33B-228F-E044-4960-629529757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0795DF-62B1-D83D-2DAD-E555AAE60D65}"/>
              </a:ext>
            </a:extLst>
          </p:cNvPr>
          <p:cNvSpPr>
            <a:spLocks noGrp="1"/>
          </p:cNvSpPr>
          <p:nvPr/>
        </p:nvSpPr>
        <p:spPr>
          <a:xfrm>
            <a:off x="438150" y="476250"/>
            <a:ext cx="11239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lang="en-GB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Homework - Draw smiley face</a:t>
            </a:r>
            <a:endParaRPr kumimoji="0" sz="3150" b="1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E53636-8909-9CE9-A351-616452FBDD5E}"/>
              </a:ext>
            </a:extLst>
          </p:cNvPr>
          <p:cNvSpPr>
            <a:spLocks noGrp="1"/>
          </p:cNvSpPr>
          <p:nvPr/>
        </p:nvSpPr>
        <p:spPr>
          <a:xfrm>
            <a:off x="438150" y="1400175"/>
            <a:ext cx="11144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820D8E-62DF-2399-18F2-E40E2788F7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0611" y="1552575"/>
            <a:ext cx="4972943" cy="438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747222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2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818</Words>
  <Application>Microsoft Office PowerPoint</Application>
  <PresentationFormat>Widescreen</PresentationFormat>
  <Paragraphs>162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Aptos</vt:lpstr>
      <vt:lpstr>Arial</vt:lpstr>
      <vt:lpstr>DejaVu Sans Mono</vt:lpstr>
      <vt:lpstr>2_Office Theme</vt:lpstr>
      <vt:lpstr>15_Office Theme</vt:lpstr>
      <vt:lpstr>3_Office Theme</vt:lpstr>
      <vt:lpstr>22_Office Theme</vt:lpstr>
      <vt:lpstr>21_Office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Katy Ruth Halpin</dc:creator>
  <cp:lastModifiedBy>Séamus Cummins</cp:lastModifiedBy>
  <cp:revision>9</cp:revision>
  <dcterms:created xsi:type="dcterms:W3CDTF">2022-05-19T09:57:07Z</dcterms:created>
  <dcterms:modified xsi:type="dcterms:W3CDTF">2026-10-06T14:40:29Z</dcterms:modified>
</cp:coreProperties>
</file>