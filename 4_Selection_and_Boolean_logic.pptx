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8" r:id="rId1"/>
    <p:sldMasterId id="2147483806" r:id="rId2"/>
  </p:sldMasterIdLst>
  <p:notesMasterIdLst>
    <p:notesMasterId r:id="rId22"/>
  </p:notesMasterIdLst>
  <p:sldIdLst>
    <p:sldId id="27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56" r:id="rId17"/>
    <p:sldId id="271" r:id="rId18"/>
    <p:sldId id="272" r:id="rId19"/>
    <p:sldId id="278" r:id="rId20"/>
    <p:sldId id="257" r:id="rId2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B2CAF5-CD9E-4075-8D8E-A706B2425058}" v="2" dt="2026-10-06T14:50:13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93" autoAdjust="0"/>
  </p:normalViewPr>
  <p:slideViewPr>
    <p:cSldViewPr snapToGrid="0" snapToObjects="1">
      <p:cViewPr varScale="1">
        <p:scale>
          <a:sx n="78" d="100"/>
          <a:sy n="78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C69B4531-7F76-4897-B54E-AABC889E6EB9}"/>
    <pc:docChg chg="addSld modSld">
      <pc:chgData name="Séamus Cummins" userId="9cbc4947-2644-4ffd-8985-8dfea9f9d8f2" providerId="ADAL" clId="{C69B4531-7F76-4897-B54E-AABC889E6EB9}" dt="2026-10-05T09:02:40.546" v="10" actId="20577"/>
      <pc:docMkLst>
        <pc:docMk/>
      </pc:docMkLst>
      <pc:sldChg chg="modSp add mod setBg">
        <pc:chgData name="Séamus Cummins" userId="9cbc4947-2644-4ffd-8985-8dfea9f9d8f2" providerId="ADAL" clId="{C69B4531-7F76-4897-B54E-AABC889E6EB9}" dt="2026-10-05T08:56:47.850" v="3" actId="1076"/>
        <pc:sldMkLst>
          <pc:docMk/>
          <pc:sldMk cId="1938733283" sldId="257"/>
        </pc:sldMkLst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2" creationId="{2EAD7F6C-4168-421A-8510-A49B4868FF0A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3" creationId="{8EA2D1F0-6888-44EC-834A-D16EB7F953F0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4" creationId="{73477498-344E-40DB-AA5F-A20C4E72810D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5" creationId="{FAAE501E-FA44-4B90-8CED-48C0F21E7053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6" creationId="{E38124BF-E5E6-4348-92AA-FCA4C2B991C2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7" creationId="{3BA84CFF-4F3A-4349-8B95-0B1B5282BB84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15" creationId="{C0568981-C9F2-406C-AC60-3780E0E6B7E6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16" creationId="{FE7985C6-F06A-4D1C-959D-BBE4A26BA650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17" creationId="{6808E142-CFA3-4168-A902-0E9A1AB0A21E}"/>
          </ac:spMkLst>
        </pc:spChg>
        <pc:spChg chg="mod">
          <ac:chgData name="Séamus Cummins" userId="9cbc4947-2644-4ffd-8985-8dfea9f9d8f2" providerId="ADAL" clId="{C69B4531-7F76-4897-B54E-AABC889E6EB9}" dt="2026-10-05T08:56:42.810" v="2" actId="1076"/>
          <ac:spMkLst>
            <pc:docMk/>
            <pc:sldMk cId="1938733283" sldId="257"/>
            <ac:spMk id="18" creationId="{32F4EBFC-AD56-4DFC-B44E-B9E446348F6C}"/>
          </ac:spMkLst>
        </pc:spChg>
        <pc:spChg chg="mod">
          <ac:chgData name="Séamus Cummins" userId="9cbc4947-2644-4ffd-8985-8dfea9f9d8f2" providerId="ADAL" clId="{C69B4531-7F76-4897-B54E-AABC889E6EB9}" dt="2026-10-05T08:56:47.850" v="3" actId="1076"/>
          <ac:spMkLst>
            <pc:docMk/>
            <pc:sldMk cId="1938733283" sldId="257"/>
            <ac:spMk id="33" creationId="{C7084046-E95B-45CA-8E76-1D1A8C131073}"/>
          </ac:spMkLst>
        </pc:spChg>
      </pc:sldChg>
      <pc:sldChg chg="modSp mod modAnim">
        <pc:chgData name="Séamus Cummins" userId="9cbc4947-2644-4ffd-8985-8dfea9f9d8f2" providerId="ADAL" clId="{C69B4531-7F76-4897-B54E-AABC889E6EB9}" dt="2026-10-05T09:02:40.546" v="10" actId="20577"/>
        <pc:sldMkLst>
          <pc:docMk/>
          <pc:sldMk cId="4033063947" sldId="271"/>
        </pc:sldMkLst>
        <pc:spChg chg="mod">
          <ac:chgData name="Séamus Cummins" userId="9cbc4947-2644-4ffd-8985-8dfea9f9d8f2" providerId="ADAL" clId="{C69B4531-7F76-4897-B54E-AABC889E6EB9}" dt="2026-10-05T09:02:40.546" v="10" actId="20577"/>
          <ac:spMkLst>
            <pc:docMk/>
            <pc:sldMk cId="4033063947" sldId="271"/>
            <ac:spMk id="4" creationId="{DF0BFCB8-771D-4DDF-BA19-AD2337013A72}"/>
          </ac:spMkLst>
        </pc:spChg>
        <pc:spChg chg="mod">
          <ac:chgData name="Séamus Cummins" userId="9cbc4947-2644-4ffd-8985-8dfea9f9d8f2" providerId="ADAL" clId="{C69B4531-7F76-4897-B54E-AABC889E6EB9}" dt="2026-10-05T09:02:29.104" v="7" actId="20577"/>
          <ac:spMkLst>
            <pc:docMk/>
            <pc:sldMk cId="4033063947" sldId="271"/>
            <ac:spMk id="6" creationId="{84F07A9C-E185-4074-9B41-6CAEE5943E2B}"/>
          </ac:spMkLst>
        </pc:spChg>
      </pc:sldChg>
      <pc:sldChg chg="add setBg">
        <pc:chgData name="Séamus Cummins" userId="9cbc4947-2644-4ffd-8985-8dfea9f9d8f2" providerId="ADAL" clId="{C69B4531-7F76-4897-B54E-AABC889E6EB9}" dt="2026-10-05T08:56:23.041" v="0"/>
        <pc:sldMkLst>
          <pc:docMk/>
          <pc:sldMk cId="152123040" sldId="278"/>
        </pc:sldMkLst>
      </pc:sldChg>
    </pc:docChg>
  </pc:docChgLst>
  <pc:docChgLst>
    <pc:chgData name="Séamus Cummins" userId="9cbc4947-2644-4ffd-8985-8dfea9f9d8f2" providerId="ADAL" clId="{52D3679E-C8EB-4FED-9467-7F6E2156AACE}"/>
    <pc:docChg chg="custSel addSld delSld modSld sldOrd delMainMaster">
      <pc:chgData name="Séamus Cummins" userId="9cbc4947-2644-4ffd-8985-8dfea9f9d8f2" providerId="ADAL" clId="{52D3679E-C8EB-4FED-9467-7F6E2156AACE}" dt="2026-10-06T14:52:34.265" v="167" actId="20577"/>
      <pc:docMkLst>
        <pc:docMk/>
      </pc:docMkLst>
      <pc:sldChg chg="modSp add mod setBg modNotesTx">
        <pc:chgData name="Séamus Cummins" userId="9cbc4947-2644-4ffd-8985-8dfea9f9d8f2" providerId="ADAL" clId="{52D3679E-C8EB-4FED-9467-7F6E2156AACE}" dt="2026-10-05T07:45:45.532" v="84" actId="20577"/>
        <pc:sldMkLst>
          <pc:docMk/>
          <pc:sldMk cId="195850094" sldId="256"/>
        </pc:sldMkLst>
        <pc:spChg chg="mod">
          <ac:chgData name="Séamus Cummins" userId="9cbc4947-2644-4ffd-8985-8dfea9f9d8f2" providerId="ADAL" clId="{52D3679E-C8EB-4FED-9467-7F6E2156AACE}" dt="2026-10-05T07:45:42.484" v="83" actId="1037"/>
          <ac:spMkLst>
            <pc:docMk/>
            <pc:sldMk cId="195850094" sldId="256"/>
            <ac:spMk id="5" creationId="{E2E290DC-7718-4E6A-86D1-498A1C4DD363}"/>
          </ac:spMkLst>
        </pc:spChg>
      </pc:sldChg>
      <pc:sldChg chg="modSp mod modNotesTx">
        <pc:chgData name="Séamus Cummins" userId="9cbc4947-2644-4ffd-8985-8dfea9f9d8f2" providerId="ADAL" clId="{52D3679E-C8EB-4FED-9467-7F6E2156AACE}" dt="2026-10-06T14:50:53.080" v="156" actId="20577"/>
        <pc:sldMkLst>
          <pc:docMk/>
          <pc:sldMk cId="1938733283" sldId="257"/>
        </pc:sldMkLst>
        <pc:spChg chg="mod">
          <ac:chgData name="Séamus Cummins" userId="9cbc4947-2644-4ffd-8985-8dfea9f9d8f2" providerId="ADAL" clId="{52D3679E-C8EB-4FED-9467-7F6E2156AACE}" dt="2026-10-06T14:50:53.080" v="156" actId="20577"/>
          <ac:spMkLst>
            <pc:docMk/>
            <pc:sldMk cId="1938733283" sldId="257"/>
            <ac:spMk id="33" creationId="{C7084046-E95B-45CA-8E76-1D1A8C131073}"/>
          </ac:spMkLst>
        </pc:spChg>
        <pc:cxnChg chg="mod">
          <ac:chgData name="Séamus Cummins" userId="9cbc4947-2644-4ffd-8985-8dfea9f9d8f2" providerId="ADAL" clId="{52D3679E-C8EB-4FED-9467-7F6E2156AACE}" dt="2026-10-06T14:48:24.347" v="89" actId="14100"/>
          <ac:cxnSpMkLst>
            <pc:docMk/>
            <pc:sldMk cId="1938733283" sldId="257"/>
            <ac:cxnSpMk id="27" creationId="{00000000-0000-0000-0000-000000000000}"/>
          </ac:cxnSpMkLst>
        </pc:cxnChg>
      </pc:sldChg>
      <pc:sldChg chg="delSp mod modNotesTx">
        <pc:chgData name="Séamus Cummins" userId="9cbc4947-2644-4ffd-8985-8dfea9f9d8f2" providerId="ADAL" clId="{52D3679E-C8EB-4FED-9467-7F6E2156AACE}" dt="2026-10-01T15:26:33.159" v="36" actId="20577"/>
        <pc:sldMkLst>
          <pc:docMk/>
          <pc:sldMk cId="4033063947" sldId="258"/>
        </pc:sldMkLst>
      </pc:sldChg>
      <pc:sldChg chg="addSp delSp modSp mod modNotesTx">
        <pc:chgData name="Séamus Cummins" userId="9cbc4947-2644-4ffd-8985-8dfea9f9d8f2" providerId="ADAL" clId="{52D3679E-C8EB-4FED-9467-7F6E2156AACE}" dt="2026-10-05T07:50:16.060" v="86" actId="22"/>
        <pc:sldMkLst>
          <pc:docMk/>
          <pc:sldMk cId="4033063947" sldId="259"/>
        </pc:sldMkLst>
        <pc:graphicFrameChg chg="add">
          <ac:chgData name="Séamus Cummins" userId="9cbc4947-2644-4ffd-8985-8dfea9f9d8f2" providerId="ADAL" clId="{52D3679E-C8EB-4FED-9467-7F6E2156AACE}" dt="2026-10-05T07:50:16.060" v="86" actId="22"/>
          <ac:graphicFrameMkLst>
            <pc:docMk/>
            <pc:sldMk cId="4033063947" sldId="259"/>
            <ac:graphicFrameMk id="3" creationId="{83C392E6-69F0-75C9-7339-B4B57404BA8E}"/>
          </ac:graphicFrameMkLst>
        </pc:graphicFrameChg>
        <pc:graphicFrameChg chg="del mod modGraphic">
          <ac:chgData name="Séamus Cummins" userId="9cbc4947-2644-4ffd-8985-8dfea9f9d8f2" providerId="ADAL" clId="{52D3679E-C8EB-4FED-9467-7F6E2156AACE}" dt="2026-10-05T07:50:15.536" v="85" actId="478"/>
          <ac:graphicFrameMkLst>
            <pc:docMk/>
            <pc:sldMk cId="4033063947" sldId="259"/>
            <ac:graphicFrameMk id="7" creationId="{00000000-0000-0000-0000-000000000000}"/>
          </ac:graphicFrameMkLst>
        </pc:graphicFrameChg>
      </pc:sldChg>
      <pc:sldChg chg="delSp mod modNotesTx">
        <pc:chgData name="Séamus Cummins" userId="9cbc4947-2644-4ffd-8985-8dfea9f9d8f2" providerId="ADAL" clId="{52D3679E-C8EB-4FED-9467-7F6E2156AACE}" dt="2026-10-01T15:26:46.088" v="40" actId="20577"/>
        <pc:sldMkLst>
          <pc:docMk/>
          <pc:sldMk cId="4033063947" sldId="260"/>
        </pc:sldMkLst>
      </pc:sldChg>
      <pc:sldChg chg="delSp mod modAnim modNotesTx">
        <pc:chgData name="Séamus Cummins" userId="9cbc4947-2644-4ffd-8985-8dfea9f9d8f2" providerId="ADAL" clId="{52D3679E-C8EB-4FED-9467-7F6E2156AACE}" dt="2026-10-02T07:36:01.984" v="67"/>
        <pc:sldMkLst>
          <pc:docMk/>
          <pc:sldMk cId="4033063947" sldId="261"/>
        </pc:sldMkLst>
      </pc:sldChg>
      <pc:sldChg chg="delSp mod modAnim modNotesTx">
        <pc:chgData name="Séamus Cummins" userId="9cbc4947-2644-4ffd-8985-8dfea9f9d8f2" providerId="ADAL" clId="{52D3679E-C8EB-4FED-9467-7F6E2156AACE}" dt="2026-10-02T07:36:07.176" v="68"/>
        <pc:sldMkLst>
          <pc:docMk/>
          <pc:sldMk cId="4033063947" sldId="262"/>
        </pc:sldMkLst>
      </pc:sldChg>
      <pc:sldChg chg="delSp mod modAnim modNotesTx">
        <pc:chgData name="Séamus Cummins" userId="9cbc4947-2644-4ffd-8985-8dfea9f9d8f2" providerId="ADAL" clId="{52D3679E-C8EB-4FED-9467-7F6E2156AACE}" dt="2026-10-02T07:36:11.673" v="69"/>
        <pc:sldMkLst>
          <pc:docMk/>
          <pc:sldMk cId="4033063947" sldId="263"/>
        </pc:sldMkLst>
      </pc:sldChg>
      <pc:sldChg chg="delSp mod modAnim modNotesTx">
        <pc:chgData name="Séamus Cummins" userId="9cbc4947-2644-4ffd-8985-8dfea9f9d8f2" providerId="ADAL" clId="{52D3679E-C8EB-4FED-9467-7F6E2156AACE}" dt="2026-10-02T07:36:27.756" v="70"/>
        <pc:sldMkLst>
          <pc:docMk/>
          <pc:sldMk cId="4033063947" sldId="264"/>
        </pc:sldMkLst>
      </pc:sldChg>
      <pc:sldChg chg="delSp mod modNotesTx">
        <pc:chgData name="Séamus Cummins" userId="9cbc4947-2644-4ffd-8985-8dfea9f9d8f2" providerId="ADAL" clId="{52D3679E-C8EB-4FED-9467-7F6E2156AACE}" dt="2026-10-01T15:27:43.159" v="49" actId="20577"/>
        <pc:sldMkLst>
          <pc:docMk/>
          <pc:sldMk cId="4033063947" sldId="265"/>
        </pc:sldMkLst>
      </pc:sldChg>
      <pc:sldChg chg="delSp mod modAnim modNotesTx">
        <pc:chgData name="Séamus Cummins" userId="9cbc4947-2644-4ffd-8985-8dfea9f9d8f2" providerId="ADAL" clId="{52D3679E-C8EB-4FED-9467-7F6E2156AACE}" dt="2026-10-02T07:37:29.601" v="71"/>
        <pc:sldMkLst>
          <pc:docMk/>
          <pc:sldMk cId="4033063947" sldId="266"/>
        </pc:sldMkLst>
      </pc:sldChg>
      <pc:sldChg chg="delSp mod modAnim modNotesTx">
        <pc:chgData name="Séamus Cummins" userId="9cbc4947-2644-4ffd-8985-8dfea9f9d8f2" providerId="ADAL" clId="{52D3679E-C8EB-4FED-9467-7F6E2156AACE}" dt="2026-10-02T07:37:33.934" v="72"/>
        <pc:sldMkLst>
          <pc:docMk/>
          <pc:sldMk cId="4033063947" sldId="267"/>
        </pc:sldMkLst>
      </pc:sldChg>
      <pc:sldChg chg="delSp mod modNotesTx">
        <pc:chgData name="Séamus Cummins" userId="9cbc4947-2644-4ffd-8985-8dfea9f9d8f2" providerId="ADAL" clId="{52D3679E-C8EB-4FED-9467-7F6E2156AACE}" dt="2026-10-01T15:28:23.633" v="63" actId="20577"/>
        <pc:sldMkLst>
          <pc:docMk/>
          <pc:sldMk cId="4033063947" sldId="268"/>
        </pc:sldMkLst>
      </pc:sldChg>
      <pc:sldChg chg="delSp mod modAnim modNotesTx">
        <pc:chgData name="Séamus Cummins" userId="9cbc4947-2644-4ffd-8985-8dfea9f9d8f2" providerId="ADAL" clId="{52D3679E-C8EB-4FED-9467-7F6E2156AACE}" dt="2026-10-02T07:44:09.852" v="73"/>
        <pc:sldMkLst>
          <pc:docMk/>
          <pc:sldMk cId="4033063947" sldId="269"/>
        </pc:sldMkLst>
      </pc:sldChg>
      <pc:sldChg chg="delSp mod modAnim modNotesTx">
        <pc:chgData name="Séamus Cummins" userId="9cbc4947-2644-4ffd-8985-8dfea9f9d8f2" providerId="ADAL" clId="{52D3679E-C8EB-4FED-9467-7F6E2156AACE}" dt="2026-10-02T07:44:27.709" v="74"/>
        <pc:sldMkLst>
          <pc:docMk/>
          <pc:sldMk cId="4033063947" sldId="270"/>
        </pc:sldMkLst>
      </pc:sldChg>
      <pc:sldChg chg="delSp modSp mod modAnim modNotesTx">
        <pc:chgData name="Séamus Cummins" userId="9cbc4947-2644-4ffd-8985-8dfea9f9d8f2" providerId="ADAL" clId="{52D3679E-C8EB-4FED-9467-7F6E2156AACE}" dt="2026-10-06T14:50:13.370" v="129" actId="20577"/>
        <pc:sldMkLst>
          <pc:docMk/>
          <pc:sldMk cId="4033063947" sldId="271"/>
        </pc:sldMkLst>
        <pc:spChg chg="mod">
          <ac:chgData name="Séamus Cummins" userId="9cbc4947-2644-4ffd-8985-8dfea9f9d8f2" providerId="ADAL" clId="{52D3679E-C8EB-4FED-9467-7F6E2156AACE}" dt="2026-10-06T14:50:13.370" v="129" actId="20577"/>
          <ac:spMkLst>
            <pc:docMk/>
            <pc:sldMk cId="4033063947" sldId="271"/>
            <ac:spMk id="6" creationId="{84F07A9C-E185-4074-9B41-6CAEE5943E2B}"/>
          </ac:spMkLst>
        </pc:spChg>
      </pc:sldChg>
      <pc:sldChg chg="delSp mod modNotesTx">
        <pc:chgData name="Séamus Cummins" userId="9cbc4947-2644-4ffd-8985-8dfea9f9d8f2" providerId="ADAL" clId="{52D3679E-C8EB-4FED-9467-7F6E2156AACE}" dt="2026-10-06T14:49:55.001" v="127" actId="478"/>
        <pc:sldMkLst>
          <pc:docMk/>
          <pc:sldMk cId="4033063947" sldId="272"/>
        </pc:sldMkLst>
        <pc:spChg chg="del">
          <ac:chgData name="Séamus Cummins" userId="9cbc4947-2644-4ffd-8985-8dfea9f9d8f2" providerId="ADAL" clId="{52D3679E-C8EB-4FED-9467-7F6E2156AACE}" dt="2026-10-06T14:49:55.001" v="127" actId="478"/>
          <ac:spMkLst>
            <pc:docMk/>
            <pc:sldMk cId="4033063947" sldId="272"/>
            <ac:spMk id="7" creationId="{2522216F-AF54-4A5F-B8B0-0340BF9B845A}"/>
          </ac:spMkLst>
        </pc:spChg>
        <pc:spChg chg="del">
          <ac:chgData name="Séamus Cummins" userId="9cbc4947-2644-4ffd-8985-8dfea9f9d8f2" providerId="ADAL" clId="{52D3679E-C8EB-4FED-9467-7F6E2156AACE}" dt="2026-10-06T14:49:53.377" v="126" actId="478"/>
          <ac:spMkLst>
            <pc:docMk/>
            <pc:sldMk cId="4033063947" sldId="272"/>
            <ac:spMk id="8" creationId="{65B32232-FAEE-4688-9BFC-E1DD545644EB}"/>
          </ac:spMkLst>
        </pc:spChg>
      </pc:sldChg>
      <pc:sldChg chg="modSp add del mod ord">
        <pc:chgData name="Séamus Cummins" userId="9cbc4947-2644-4ffd-8985-8dfea9f9d8f2" providerId="ADAL" clId="{52D3679E-C8EB-4FED-9467-7F6E2156AACE}" dt="2026-10-01T15:26:17.001" v="33" actId="20577"/>
        <pc:sldMkLst>
          <pc:docMk/>
          <pc:sldMk cId="3622550730" sldId="277"/>
        </pc:sldMkLst>
        <pc:spChg chg="mod">
          <ac:chgData name="Séamus Cummins" userId="9cbc4947-2644-4ffd-8985-8dfea9f9d8f2" providerId="ADAL" clId="{52D3679E-C8EB-4FED-9467-7F6E2156AACE}" dt="2026-10-01T15:26:17.001" v="33" actId="20577"/>
          <ac:spMkLst>
            <pc:docMk/>
            <pc:sldMk cId="3622550730" sldId="277"/>
            <ac:spMk id="4" creationId="{3F004E88-105B-4A6C-A131-F794F518A187}"/>
          </ac:spMkLst>
        </pc:spChg>
      </pc:sldChg>
      <pc:sldChg chg="modSp mod modNotesTx">
        <pc:chgData name="Séamus Cummins" userId="9cbc4947-2644-4ffd-8985-8dfea9f9d8f2" providerId="ADAL" clId="{52D3679E-C8EB-4FED-9467-7F6E2156AACE}" dt="2026-10-06T14:52:34.265" v="167" actId="20577"/>
        <pc:sldMkLst>
          <pc:docMk/>
          <pc:sldMk cId="152123040" sldId="278"/>
        </pc:sldMkLst>
        <pc:spChg chg="mod">
          <ac:chgData name="Séamus Cummins" userId="9cbc4947-2644-4ffd-8985-8dfea9f9d8f2" providerId="ADAL" clId="{52D3679E-C8EB-4FED-9467-7F6E2156AACE}" dt="2026-10-06T14:52:34.265" v="167" actId="20577"/>
          <ac:spMkLst>
            <pc:docMk/>
            <pc:sldMk cId="152123040" sldId="278"/>
            <ac:spMk id="2" creationId="{5E44FE7F-ADB4-4524-8037-59FD792EF0AB}"/>
          </ac:spMkLst>
        </pc:spChg>
        <pc:spChg chg="mod">
          <ac:chgData name="Séamus Cummins" userId="9cbc4947-2644-4ffd-8985-8dfea9f9d8f2" providerId="ADAL" clId="{52D3679E-C8EB-4FED-9467-7F6E2156AACE}" dt="2026-10-06T14:48:54.279" v="125" actId="20577"/>
          <ac:spMkLst>
            <pc:docMk/>
            <pc:sldMk cId="152123040" sldId="278"/>
            <ac:spMk id="4" creationId="{9DEAAC90-77B9-4343-8984-0B15BA6336EB}"/>
          </ac:spMkLst>
        </pc:spChg>
        <pc:spChg chg="mod">
          <ac:chgData name="Séamus Cummins" userId="9cbc4947-2644-4ffd-8985-8dfea9f9d8f2" providerId="ADAL" clId="{52D3679E-C8EB-4FED-9467-7F6E2156AACE}" dt="2026-10-06T14:48:46.858" v="116" actId="20577"/>
          <ac:spMkLst>
            <pc:docMk/>
            <pc:sldMk cId="152123040" sldId="278"/>
            <ac:spMk id="9" creationId="{3B53A915-1B9C-4AA7-9371-6E4E5B14CA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744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84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8702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4255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4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28266-E523-4698-81D5-EC76309FBE61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1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</a:t>
            </a:r>
            <a:r>
              <a:rPr kumimoji="0" lang="en-US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Boolean Operators 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766AB0-2B84-48F7-8566-218B784D06CF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Comparison operators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43050"/>
          <a:ext cx="11096625" cy="3524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Operator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==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code == "30"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Equal values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!=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answer != "yes"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Different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&lt; and &gt;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age &lt; 16, age &gt; 16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Strictly less or strictly greater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&lt;= and &gt;=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score &lt;= 100, age &gt;=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Inclusive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=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age = 16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Assignment, not a comparison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07DCDBE-D0F9-4771-AEBF-80488E585BB0}"/>
              </a:ext>
            </a:extLst>
          </p:cNvPr>
          <p:cNvSpPr>
            <a:spLocks noGrp="1"/>
          </p:cNvSpPr>
          <p:nvPr/>
        </p:nvSpPr>
        <p:spPr>
          <a:xfrm>
            <a:off x="438150" y="5238750"/>
            <a:ext cx="11096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Use == to test equality and = to assign a value. A comparison can be stored in a Boolean variable such as eligible = age &gt;= 16.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B24D50-93DC-4FC5-9CD2-2C61CE3A03C3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Combining Boolean values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5FA86-2CFC-4922-9A04-7BF4D2EC3648}"/>
              </a:ext>
            </a:extLst>
          </p:cNvPr>
          <p:cNvSpPr>
            <a:spLocks noGrp="1"/>
          </p:cNvSpPr>
          <p:nvPr/>
        </p:nvSpPr>
        <p:spPr>
          <a:xfrm>
            <a:off x="438150" y="5238750"/>
            <a:ext cx="11096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and requires both conditions. or allows either or both. not reverses the truth value. Python spells these operators in lowercase.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C392E6-69F0-75C9-7339-B4B57404BA8E}"/>
              </a:ext>
            </a:extLst>
          </p:cNvPr>
          <p:cNvGraphicFramePr/>
          <p:nvPr/>
        </p:nvGraphicFramePr>
        <p:xfrm>
          <a:off x="438150" y="1543050"/>
          <a:ext cx="11096625" cy="35242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and B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or B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 A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EF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1D111B-50BD-4FA4-B659-758322FBF1FC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A simple if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CFE9F-574F-411A-9880-BEE79D4C4297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temperature = 32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temperature &gt; 30: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print("High temperature")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print("Reading complete")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439DC-13AD-44EC-A729-0119D6C5678D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indented statement executes only if the condition is true. The final print runs regardless.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At temperature 32, both messages appear. At 30, only Reading complete appears because &gt; excludes equality.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33A533-5A68-44AC-9E89-B7EDC68E3AD4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Two-way 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072EBB-C793-445F-9E83-82518F35C28C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number = -4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number &gt;= 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print("Non-negative")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print("Negative")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943DD-D19B-455E-BA70-FFCDDCDE7BC3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Exactly one branch executes. For -4, the output is Negative.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Zero follows the first branch because &gt;= includes the boundary.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colon introduces a block. Indentation determines which statements belong to that block.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9DA193-BD12-4393-8F4D-39B006E70506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Multiple selection with elif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D6D2D-242E-4F7A-996F-4C2BC6F1AC91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score = 72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score &gt;= 80: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medal = "Gold"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elif score &gt;= 60: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medal = "Silver"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elif score &gt;= 40: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medal = "Bronze"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medal = "Practice round"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print(medal)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A6158-B3EF-42FC-83A4-7CDF3F30B1D3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score 72 fails the first condition and passes the second. The result is Silver. Python skips the remaining branches.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These are illustrative category thresholds. Order the upper thresholds from highest to lowest so that a high score does not match a lower category first.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Test 39, 40, 59, 60, 79 and 80.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783607-5DD2-4475-AC68-EAC0A280E0FE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Independent if statements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4BD20-0B73-4FD4-B222-2D458E827247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score = 85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score &gt;= 40: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print("Bronze threshold reached")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score &gt;= 60: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print("Silver threshold reached")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score &gt;= 80: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print("Gold threshold reached")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FE1BA-8B8D-465D-88BD-13310C72EB0E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All three messages print because each if statement starts a separate decision.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Use independent if statements when several actions may apply. Use an if/</a:t>
            </a:r>
            <a:r>
              <a:rPr sz="1800" b="0" dirty="0" err="1">
                <a:solidFill>
                  <a:srgbClr val="00324D"/>
                </a:solidFill>
                <a:latin typeface="Arial"/>
                <a:ea typeface="Arial"/>
                <a:cs typeface="Arial"/>
              </a:rPr>
              <a:t>elif</a:t>
            </a: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/else chain when exactly one category should be selected.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 program can be syntactically correct while choosing the wrong structure for the requirement.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22047A-1667-4A59-BB2C-563E04917D11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Control flow through elif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9468" y="1409700"/>
            <a:ext cx="3432313" cy="4267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CAC7D9-2484-4237-B645-383936F280BA}"/>
              </a:ext>
            </a:extLst>
          </p:cNvPr>
          <p:cNvSpPr>
            <a:spLocks noGrp="1"/>
          </p:cNvSpPr>
          <p:nvPr/>
        </p:nvSpPr>
        <p:spPr>
          <a:xfrm>
            <a:off x="6048375" y="1581150"/>
            <a:ext cx="5476875" cy="402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Each False result moves execution to the next condition. The first True result executes its block and then continues after the whole chain.</a:t>
            </a:r>
          </a:p>
          <a:p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final else runs only when every earlier condition is False.</a:t>
            </a:r>
          </a:p>
          <a:p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Trace score 72 through the medal example: fail &gt;= 80, pass &gt;= 60, then skip the remaining branches.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874EE-664C-46F4-A3F6-50E8EB49393D}"/>
              </a:ext>
            </a:extLst>
          </p:cNvPr>
          <p:cNvSpPr>
            <a:spLocks noGrp="1"/>
          </p:cNvSpPr>
          <p:nvPr/>
        </p:nvSpPr>
        <p:spPr>
          <a:xfrm>
            <a:off x="438150" y="5667375"/>
            <a:ext cx="11096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Kalb, Learn to Program with Python 3, Figure 5-5, printed p. 116.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9DFA22-34C1-4ACF-8EBE-27A95314F384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Boolean precedence and short-circuiting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4D6DF5-FA3A-444C-81F0-27EB1368F101}"/>
              </a:ext>
            </a:extLst>
          </p:cNvPr>
          <p:cNvSpPr>
            <a:spLocks noGrp="1"/>
          </p:cNvSpPr>
          <p:nvPr/>
        </p:nvSpPr>
        <p:spPr>
          <a:xfrm>
            <a:off x="438150" y="1590675"/>
            <a:ext cx="5267325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For the Boolean operators here, not has higher precedence than and, which has higher precedence than or. Parentheses can make the intended grouping explicit.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Python can stop evaluating when the overall answer is already determined.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B3EF3-67F4-4C01-99CE-FA9CC842C9DB}"/>
              </a:ext>
            </a:extLst>
          </p:cNvPr>
          <p:cNvSpPr>
            <a:spLocks noGrp="1"/>
          </p:cNvSpPr>
          <p:nvPr/>
        </p:nvSpPr>
        <p:spPr>
          <a:xfrm>
            <a:off x="6305550" y="1590675"/>
            <a:ext cx="52387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For A and B, a false A means B need not be evaluated. For A or B, a true A means B need not be evaluated.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amount != 0 and total / amount &gt; 10 checks the nonzero condition before dividing. The order protects the second expression from a zero denominator.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8E914C-80B7-4681-B8EE-D0067931A042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Compound conditions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1ED43-DC4C-484B-9FDF-020A713F4ED5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age = 15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member = True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allowed = member and age &gt;= 16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print(allowed)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print(member or age &gt;= 16)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662135-E95F-40CB-B4A4-33F4F92896B9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outputs are False and True.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and requires both Boolean conditions. or requires at least one. The same data can therefore produce different decisions.</a:t>
            </a:r>
          </a:p>
          <a:p>
            <a:endParaRPr sz="180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Parentheses make a larger expression’s intended grouping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E06354-D40F-45B3-B422-91E9F3671A91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Nested 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7888A-D35A-42C6-B052-7AD8FAFCC947}"/>
              </a:ext>
            </a:extLst>
          </p:cNvPr>
          <p:cNvSpPr>
            <a:spLocks noGrp="1"/>
          </p:cNvSpPr>
          <p:nvPr/>
        </p:nvSpPr>
        <p:spPr>
          <a:xfrm>
            <a:off x="438150" y="1581150"/>
            <a:ext cx="7019925" cy="417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number = 12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if number &gt; 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if number % 2 == 0: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    print("Positive and even")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else: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    print("Positive and odd")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>
              <a:def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rPr>
              <a:t>    print("Zero or negative")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921F62-09F3-40A9-97D7-FF4C7C3EB41F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6766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inner test executes only when the outer condition is true. For 12, the output is Positive and even.</a:t>
            </a:r>
          </a:p>
          <a:p>
            <a:endParaRPr sz="180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For -4, Python skips the entire nested block. Each else belongs to the if at the same indentation level.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E5955D-0CAB-45B8-90CC-9BBF28957810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Validation and decision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76267-2288-44BB-993C-C9C32AEC78A4}"/>
              </a:ext>
            </a:extLst>
          </p:cNvPr>
          <p:cNvSpPr>
            <a:spLocks noGrp="1"/>
          </p:cNvSpPr>
          <p:nvPr/>
        </p:nvSpPr>
        <p:spPr>
          <a:xfrm>
            <a:off x="438150" y="1590675"/>
            <a:ext cx="5267325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 converted integer is not automatically sensible data. int("-5") succeeds, but a negative age violates the problem’s domain.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Check the data’s permitted range and categories before using it to make the main decision. Distinguish invalid input from valid input that leads to refusal.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08F77-6CCD-4DE0-88EA-B4893BEEC236}"/>
              </a:ext>
            </a:extLst>
          </p:cNvPr>
          <p:cNvSpPr>
            <a:spLocks noGrp="1"/>
          </p:cNvSpPr>
          <p:nvPr/>
        </p:nvSpPr>
        <p:spPr>
          <a:xfrm>
            <a:off x="6305550" y="1590675"/>
            <a:ext cx="52387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An age of 15 with no adult is valid data that fails an admission rule. An age of -5 is invalid data.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Similarly, a reply of “maybe” should not silently become “no” when the program requests yes or no. Normalise case and whitespace, then check the permitted answers.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636DC0-F603-4610-AABF-A330AD37F702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Worked boundary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D943C-DC27-4E2D-8A3E-FCB5BCAFCE1C}"/>
              </a:ext>
            </a:extLst>
          </p:cNvPr>
          <p:cNvSpPr>
            <a:spLocks noGrp="1"/>
          </p:cNvSpPr>
          <p:nvPr/>
        </p:nvSpPr>
        <p:spPr>
          <a:xfrm>
            <a:off x="438150" y="1485900"/>
            <a:ext cx="53054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D3A86-6E27-41C0-A20F-A640A6816A9B}"/>
              </a:ext>
            </a:extLst>
          </p:cNvPr>
          <p:cNvSpPr>
            <a:spLocks noGrp="1"/>
          </p:cNvSpPr>
          <p:nvPr/>
        </p:nvSpPr>
        <p:spPr>
          <a:xfrm>
            <a:off x="6305550" y="148590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Worked reasoning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2DAFB-B031-4580-A322-1E89A2FEA1FE}"/>
              </a:ext>
            </a:extLst>
          </p:cNvPr>
          <p:cNvSpPr>
            <a:spLocks noGrp="1"/>
          </p:cNvSpPr>
          <p:nvPr/>
        </p:nvSpPr>
        <p:spPr>
          <a:xfrm>
            <a:off x="438150" y="1943100"/>
            <a:ext cx="5267325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 discount applies to quantities of at least 10. Which comparison is correct?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For quantity 10, predict quantity &gt; 10 and quantity &gt;= 10.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Choose three useful boundary tests.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3230EE-AC2A-4013-A698-E2A2D18201ED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5238750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The correct comparison is quantity &gt;= 10.</a:t>
            </a:r>
          </a:p>
          <a:p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At 10, &gt; produces False and &gt;= produces True.</a:t>
            </a:r>
          </a:p>
          <a:p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Test 9, 10 and 11. These exercise the value immediately below, at and above the boundary.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4B8FB2-93AE-4EB1-83DA-EC1D68BF2C9C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Worked Boolean grouping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787ED-68FA-4AF3-BF10-B17AF8DE173A}"/>
              </a:ext>
            </a:extLst>
          </p:cNvPr>
          <p:cNvSpPr>
            <a:spLocks noGrp="1"/>
          </p:cNvSpPr>
          <p:nvPr/>
        </p:nvSpPr>
        <p:spPr>
          <a:xfrm>
            <a:off x="438150" y="1485900"/>
            <a:ext cx="53054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14BB4-E4B6-4245-AAEC-C045754607D6}"/>
              </a:ext>
            </a:extLst>
          </p:cNvPr>
          <p:cNvSpPr>
            <a:spLocks noGrp="1"/>
          </p:cNvSpPr>
          <p:nvPr/>
        </p:nvSpPr>
        <p:spPr>
          <a:xfrm>
            <a:off x="6305550" y="148590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Worked reasoning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2DA00-D513-43FD-84EF-14527CF18613}"/>
              </a:ext>
            </a:extLst>
          </p:cNvPr>
          <p:cNvSpPr>
            <a:spLocks noGrp="1"/>
          </p:cNvSpPr>
          <p:nvPr/>
        </p:nvSpPr>
        <p:spPr>
          <a:xfrm>
            <a:off x="438150" y="1943100"/>
            <a:ext cx="5267325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Compare A and B or C with A and (B or C).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Find values for which they disagree.</a:t>
            </a:r>
          </a:p>
          <a:p>
            <a:endParaRPr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Explain why a low threshold placed first in an elif chain can hide a higher category.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E4C60-08DB-4F12-B3DD-E87942F8349C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5238750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With A = False and C = True, the first expression is True and the second is False. and binds more tightly than or.</a:t>
            </a:r>
          </a:p>
          <a:p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An </a:t>
            </a:r>
            <a:r>
              <a:rPr sz="1950" b="0" dirty="0" err="1">
                <a:solidFill>
                  <a:srgbClr val="00324D"/>
                </a:solidFill>
                <a:latin typeface="Arial"/>
                <a:ea typeface="Arial"/>
                <a:cs typeface="Arial"/>
              </a:rPr>
              <a:t>elif</a:t>
            </a: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 chain stops at the first true condition. A high value can satisfy a low threshold before the higher test is reached.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4AB19D-71DF-40C1-93C7-0655FCA54582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rPr>
              <a:t>Boolean grouping: truth 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E664D3-195C-47EC-928D-2E9718B3CC8F}"/>
              </a:ext>
            </a:extLst>
          </p:cNvPr>
          <p:cNvSpPr>
            <a:spLocks noGrp="1"/>
          </p:cNvSpPr>
          <p:nvPr/>
        </p:nvSpPr>
        <p:spPr>
          <a:xfrm>
            <a:off x="571500" y="102870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rPr>
              <a:t>Python evaluates and before or:  A and B or C means (A and B) or C.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571500" y="1647825"/>
          <a:ext cx="11049000" cy="394335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(A and B) or C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 and (B or C)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EF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83D46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F50D8EA-ABCF-4E56-A431-2A39B979C4F3}"/>
              </a:ext>
            </a:extLst>
          </p:cNvPr>
          <p:cNvSpPr>
            <a:spLocks noGrp="1"/>
          </p:cNvSpPr>
          <p:nvPr/>
        </p:nvSpPr>
        <p:spPr>
          <a:xfrm>
            <a:off x="571500" y="5800725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dirty="0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rPr>
              <a:t>They disagree when A is False and C is True, regardless of 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E290DC-7718-4E6A-86D1-498A1C4DD363}"/>
              </a:ext>
            </a:extLst>
          </p:cNvPr>
          <p:cNvSpPr>
            <a:spLocks noGrp="1"/>
          </p:cNvSpPr>
          <p:nvPr/>
        </p:nvSpPr>
        <p:spPr>
          <a:xfrm>
            <a:off x="7452946" y="5852746"/>
            <a:ext cx="4727331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dirty="0">
                <a:solidFill>
                  <a:srgbClr val="153E49"/>
                </a:solidFill>
                <a:latin typeface="Bitstream Charter"/>
                <a:ea typeface="Bitstream Charter"/>
                <a:cs typeface="Bitstream Charter"/>
              </a:rPr>
              <a:t>T = True     F = False     Gold rows show different results.</a:t>
            </a:r>
          </a:p>
        </p:txBody>
      </p:sp>
    </p:spTree>
    <p:extLst>
      <p:ext uri="{BB962C8B-B14F-4D97-AF65-F5344CB8AC3E}">
        <p14:creationId xmlns:p14="http://schemas.microsoft.com/office/powerpoint/2010/main" val="19585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3DC7F2-27B1-4C40-AA0E-6026126B2621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Review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1DBC6-FC22-4684-BDF1-163700FDAADD}"/>
              </a:ext>
            </a:extLst>
          </p:cNvPr>
          <p:cNvSpPr>
            <a:spLocks noGrp="1"/>
          </p:cNvSpPr>
          <p:nvPr/>
        </p:nvSpPr>
        <p:spPr>
          <a:xfrm>
            <a:off x="438150" y="15049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0BFCB8-771D-4DDF-BA19-AD2337013A72}"/>
              </a:ext>
            </a:extLst>
          </p:cNvPr>
          <p:cNvSpPr>
            <a:spLocks noGrp="1"/>
          </p:cNvSpPr>
          <p:nvPr/>
        </p:nvSpPr>
        <p:spPr>
          <a:xfrm>
            <a:off x="438150" y="2000250"/>
            <a:ext cx="5267325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Distinguish = from ==.</a:t>
            </a:r>
            <a:endParaRPr lang="en-GB"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Explain if, </a:t>
            </a:r>
            <a:r>
              <a:rPr sz="1950" b="0" dirty="0" err="1">
                <a:solidFill>
                  <a:srgbClr val="00324D"/>
                </a:solidFill>
                <a:latin typeface="Arial"/>
                <a:ea typeface="Arial"/>
                <a:cs typeface="Arial"/>
              </a:rPr>
              <a:t>elif</a:t>
            </a: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 and else.</a:t>
            </a:r>
            <a:endParaRPr lang="en-GB"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Compare independent and nested conditions.</a:t>
            </a:r>
            <a:endParaRPr lang="en-GB" sz="1950" b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Use a truth table to justify a compound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33C2A-51B0-48E4-90F5-1887FF756E77}"/>
              </a:ext>
            </a:extLst>
          </p:cNvPr>
          <p:cNvSpPr>
            <a:spLocks noGrp="1"/>
          </p:cNvSpPr>
          <p:nvPr/>
        </p:nvSpPr>
        <p:spPr>
          <a:xfrm>
            <a:off x="6305550" y="15049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006D94"/>
                </a:solidFill>
                <a:latin typeface="Arial"/>
                <a:ea typeface="Arial"/>
                <a:cs typeface="Arial"/>
              </a:rPr>
              <a:t>Key 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07A9C-E185-4074-9B41-6CAEE5943E2B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523875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= assigns and == compares.</a:t>
            </a:r>
            <a:endParaRPr lang="en-GB"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An </a:t>
            </a:r>
            <a:r>
              <a:rPr sz="1950" b="0" dirty="0" err="1">
                <a:solidFill>
                  <a:srgbClr val="00324D"/>
                </a:solidFill>
                <a:latin typeface="Arial"/>
                <a:ea typeface="Arial"/>
                <a:cs typeface="Arial"/>
              </a:rPr>
              <a:t>elif</a:t>
            </a: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 chain selects the first matching branch.</a:t>
            </a:r>
            <a:endParaRPr lang="en-US"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Independent decisions may all execute, while nested decisions depend on an outer branch.</a:t>
            </a:r>
            <a:endParaRPr lang="en-GB"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00324D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and, or and not combine Boolean results.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7E7920-D3E1-404B-83F4-2BC7B9F72BF3}"/>
              </a:ext>
            </a:extLst>
          </p:cNvPr>
          <p:cNvSpPr>
            <a:spLocks noGrp="1"/>
          </p:cNvSpPr>
          <p:nvPr/>
        </p:nvSpPr>
        <p:spPr>
          <a:xfrm>
            <a:off x="438150" y="523875"/>
            <a:ext cx="11334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324D"/>
                </a:solidFill>
                <a:latin typeface="Arial"/>
                <a:ea typeface="Arial"/>
                <a:cs typeface="Arial"/>
              </a:rPr>
              <a:t>Reading and further practice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909F4-1B43-4F65-90E7-6488AFCD85AA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Book sections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4BCDE-4BC6-49AF-BBF7-3CA5871199B2}"/>
              </a:ext>
            </a:extLst>
          </p:cNvPr>
          <p:cNvSpPr>
            <a:spLocks noGrp="1"/>
          </p:cNvSpPr>
          <p:nvPr/>
        </p:nvSpPr>
        <p:spPr>
          <a:xfrm>
            <a:off x="438150" y="2019300"/>
            <a:ext cx="1109662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Think ch. 5; Kalb ch. 5; OCR ch. 54.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B6EC9-E851-4E9C-B08A-65AC9EDE282B}"/>
              </a:ext>
            </a:extLst>
          </p:cNvPr>
          <p:cNvSpPr>
            <a:spLocks noGrp="1"/>
          </p:cNvSpPr>
          <p:nvPr/>
        </p:nvSpPr>
        <p:spPr>
          <a:xfrm>
            <a:off x="438150" y="31146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D94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7B7C1-7526-4D8F-8E91-F91C4388A8E8}"/>
              </a:ext>
            </a:extLst>
          </p:cNvPr>
          <p:cNvSpPr>
            <a:spLocks noGrp="1"/>
          </p:cNvSpPr>
          <p:nvPr/>
        </p:nvSpPr>
        <p:spPr>
          <a:xfrm>
            <a:off x="438150" y="3648075"/>
            <a:ext cx="523875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Explain the main terms in your own words.</a:t>
            </a: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Trace a short example on paper.</a:t>
            </a: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Check one boundary or unusual case.</a:t>
            </a:r>
          </a:p>
          <a:p>
            <a:pPr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324D"/>
                </a:solidFill>
                <a:latin typeface="Arial"/>
                <a:ea typeface="Arial"/>
                <a:cs typeface="Arial"/>
              </a:rPr>
              <a:t>Explain the cause of a common error.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53A915-1B9C-4AA7-9371-6E4E5B14CA78}"/>
              </a:ext>
            </a:extLst>
          </p:cNvPr>
          <p:cNvSpPr>
            <a:spLocks noGrp="1"/>
          </p:cNvSpPr>
          <p:nvPr/>
        </p:nvSpPr>
        <p:spPr>
          <a:xfrm>
            <a:off x="523875" y="304800"/>
            <a:ext cx="111442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Challenge: the </a:t>
            </a:r>
            <a:r>
              <a:rPr lang="en-US" sz="3150" b="1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astronaut</a:t>
            </a:r>
            <a:r>
              <a:rPr sz="3150" b="1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 airlock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44FE7F-ADB4-4524-8037-59FD792EF0AB}"/>
              </a:ext>
            </a:extLst>
          </p:cNvPr>
          <p:cNvSpPr>
            <a:spLocks noGrp="1"/>
          </p:cNvSpPr>
          <p:nvPr/>
        </p:nvSpPr>
        <p:spPr>
          <a:xfrm>
            <a:off x="523875" y="1019175"/>
            <a:ext cx="11144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In a space game, your </a:t>
            </a:r>
            <a:r>
              <a:rPr lang="en-US" sz="2100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astronaut</a:t>
            </a:r>
            <a:r>
              <a:rPr sz="2100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 needs to open an airlock.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E64C38-D80E-409E-A91A-FBB864FC9315}"/>
              </a:ext>
            </a:extLst>
          </p:cNvPr>
          <p:cNvSpPr>
            <a:spLocks noGrp="1"/>
          </p:cNvSpPr>
          <p:nvPr/>
        </p:nvSpPr>
        <p:spPr>
          <a:xfrm>
            <a:off x="523875" y="167640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The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AAC90-77B9-4343-8984-0B15BA6336EB}"/>
              </a:ext>
            </a:extLst>
          </p:cNvPr>
          <p:cNvSpPr>
            <a:spLocks noGrp="1"/>
          </p:cNvSpPr>
          <p:nvPr/>
        </p:nvSpPr>
        <p:spPr>
          <a:xfrm>
            <a:off x="523875" y="2162175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2175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astronaut</a:t>
            </a:r>
            <a:r>
              <a:rPr sz="2175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 needs a key OR the correct code.</a:t>
            </a:r>
          </a:p>
          <a:p>
            <a:pPr>
              <a:defRPr sz="2175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An active alarm blocks entry, even with a key.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348CF7-7AED-4C14-86ED-D1521A193C65}"/>
              </a:ext>
            </a:extLst>
          </p:cNvPr>
          <p:cNvSpPr>
            <a:spLocks noGrp="1"/>
          </p:cNvSpPr>
          <p:nvPr/>
        </p:nvSpPr>
        <p:spPr>
          <a:xfrm>
            <a:off x="523875" y="3171825"/>
            <a:ext cx="11144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K = has key     C = correct code     A = alarm active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444BEB-0617-4890-957D-130B045CEB08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Your mission · 3 minutes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4B096-1B75-40F2-883B-FA6772ED3AFC}"/>
              </a:ext>
            </a:extLst>
          </p:cNvPr>
          <p:cNvSpPr>
            <a:spLocks noGrp="1"/>
          </p:cNvSpPr>
          <p:nvPr/>
        </p:nvSpPr>
        <p:spPr>
          <a:xfrm>
            <a:off x="523875" y="4362450"/>
            <a:ext cx="1114425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1. Write one Boolean expression for opening the door.</a:t>
            </a:r>
          </a:p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2. Predict each result below: OPEN or LOCKED?</a:t>
            </a:r>
          </a:p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3. Sketch a flowchart for your rule.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523875" y="5791200"/>
          <a:ext cx="11144250" cy="7239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 = True, C = False, A = False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 = False, C = True, A = False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 = True, C = False, A = True</a:t>
                      </a:r>
                    </a:p>
                  </a:txBody>
                  <a:tcPr>
                    <a:solidFill>
                      <a:srgbClr val="145A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53E49"/>
                          </a:solidFill>
                          <a:latin typeface="Arial"/>
                          <a:ea typeface="Arial"/>
                          <a:cs typeface="Arial"/>
                        </a:rPr>
                        <a:t>OPEN or LOCKED?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53E49"/>
                          </a:solidFill>
                          <a:latin typeface="Arial"/>
                          <a:ea typeface="Arial"/>
                          <a:cs typeface="Arial"/>
                        </a:rPr>
                        <a:t>OPEN or LOCKED?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53E49"/>
                          </a:solidFill>
                          <a:latin typeface="Arial"/>
                          <a:ea typeface="Arial"/>
                          <a:cs typeface="Arial"/>
                        </a:rPr>
                        <a:t>OPEN or LOCKED?</a:t>
                      </a:r>
                    </a:p>
                  </a:txBody>
                  <a:tcPr>
                    <a:solidFill>
                      <a:srgbClr val="F9D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23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/>
          <p:cNvCxnSpPr>
            <a:stCxn id="6" idx="2"/>
            <a:endCxn id="7" idx="0"/>
          </p:cNvCxnSpPr>
          <p:nvPr/>
        </p:nvCxnSpPr>
        <p:spPr>
          <a:xfrm flipH="1">
            <a:off x="4143375" y="3876675"/>
            <a:ext cx="547688" cy="1714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45A65"/>
            </a:solidFill>
            <a:tailEnd type="triangle" w="sm" len="sm"/>
          </a:ln>
        </p:spPr>
      </p:cxnSp>
      <p:cxnSp>
        <p:nvCxnSpPr>
          <p:cNvPr id="27" name="Connector: Elbow 26"/>
          <p:cNvCxnSpPr>
            <a:stCxn id="5" idx="2"/>
            <a:endCxn id="7" idx="2"/>
          </p:cNvCxnSpPr>
          <p:nvPr/>
        </p:nvCxnSpPr>
        <p:spPr>
          <a:xfrm>
            <a:off x="1952625" y="5324475"/>
            <a:ext cx="1476375" cy="476250"/>
          </a:xfrm>
          <a:prstGeom prst="bentConnector5">
            <a:avLst>
              <a:gd name="adj1" fmla="val 0"/>
              <a:gd name="adj2" fmla="val 100965"/>
              <a:gd name="adj3" fmla="val 84516"/>
            </a:avLst>
          </a:prstGeom>
          <a:ln w="19050">
            <a:solidFill>
              <a:srgbClr val="145A65"/>
            </a:solidFill>
            <a:tailEnd type="triangle" w="sm" len="sm"/>
          </a:ln>
        </p:spPr>
      </p:cxnSp>
      <p:cxnSp>
        <p:nvCxnSpPr>
          <p:cNvPr id="28" name="Straight Arrow Connector 27"/>
          <p:cNvCxnSpPr>
            <a:stCxn id="4" idx="3"/>
            <a:endCxn id="6" idx="1"/>
          </p:cNvCxnSpPr>
          <p:nvPr/>
        </p:nvCxnSpPr>
        <p:spPr>
          <a:xfrm flipV="1">
            <a:off x="3238500" y="3590925"/>
            <a:ext cx="619125" cy="4763"/>
          </a:xfrm>
          <a:prstGeom prst="straightConnector1">
            <a:avLst/>
          </a:prstGeom>
          <a:ln w="19050">
            <a:solidFill>
              <a:srgbClr val="145A65"/>
            </a:solidFill>
            <a:tailEnd type="triangle" w="sm" len="sm"/>
          </a:ln>
        </p:spPr>
      </p:cxnSp>
      <p:cxnSp>
        <p:nvCxnSpPr>
          <p:cNvPr id="29" name="Straight Arrow Connector 28"/>
          <p:cNvCxnSpPr>
            <a:stCxn id="4" idx="2"/>
            <a:endCxn id="5" idx="0"/>
          </p:cNvCxnSpPr>
          <p:nvPr/>
        </p:nvCxnSpPr>
        <p:spPr>
          <a:xfrm>
            <a:off x="1952625" y="4191000"/>
            <a:ext cx="0" cy="561975"/>
          </a:xfrm>
          <a:prstGeom prst="straightConnector1">
            <a:avLst/>
          </a:prstGeom>
          <a:ln w="19050">
            <a:solidFill>
              <a:srgbClr val="145A65"/>
            </a:solidFill>
            <a:tailEnd type="triangle" w="sm" len="sm"/>
          </a:ln>
        </p:spPr>
      </p:cxnSp>
      <p:cxnSp>
        <p:nvCxnSpPr>
          <p:cNvPr id="30" name="Connector: Elbow 29"/>
          <p:cNvCxnSpPr>
            <a:stCxn id="3" idx="3"/>
            <a:endCxn id="6" idx="0"/>
          </p:cNvCxnSpPr>
          <p:nvPr/>
        </p:nvCxnSpPr>
        <p:spPr>
          <a:xfrm>
            <a:off x="3238500" y="1966913"/>
            <a:ext cx="1452563" cy="1338263"/>
          </a:xfrm>
          <a:prstGeom prst="bentConnector2">
            <a:avLst/>
          </a:prstGeom>
          <a:ln w="19050">
            <a:solidFill>
              <a:srgbClr val="145A65"/>
            </a:solidFill>
            <a:tailEnd type="triangle" w="sm" len="sm"/>
          </a:ln>
        </p:spPr>
      </p:cxnSp>
      <p:cxnSp>
        <p:nvCxnSpPr>
          <p:cNvPr id="31" name="Straight Arrow Connector 30"/>
          <p:cNvCxnSpPr>
            <a:stCxn id="3" idx="2"/>
            <a:endCxn id="4" idx="0"/>
          </p:cNvCxnSpPr>
          <p:nvPr/>
        </p:nvCxnSpPr>
        <p:spPr>
          <a:xfrm>
            <a:off x="1952625" y="2562225"/>
            <a:ext cx="0" cy="438150"/>
          </a:xfrm>
          <a:prstGeom prst="straightConnector1">
            <a:avLst/>
          </a:prstGeom>
          <a:ln w="19050">
            <a:solidFill>
              <a:srgbClr val="145A65"/>
            </a:solidFill>
            <a:tailEnd type="triangle" w="sm" len="sm"/>
          </a:ln>
        </p:spPr>
      </p:cxnSp>
      <p:cxnSp>
        <p:nvCxnSpPr>
          <p:cNvPr id="32" name="Straight Arrow Connector 31"/>
          <p:cNvCxnSpPr>
            <a:stCxn id="2" idx="4"/>
            <a:endCxn id="3" idx="0"/>
          </p:cNvCxnSpPr>
          <p:nvPr/>
        </p:nvCxnSpPr>
        <p:spPr>
          <a:xfrm>
            <a:off x="1952625" y="923925"/>
            <a:ext cx="0" cy="447675"/>
          </a:xfrm>
          <a:prstGeom prst="straightConnector1">
            <a:avLst/>
          </a:prstGeom>
          <a:ln w="19050">
            <a:solidFill>
              <a:srgbClr val="145A65"/>
            </a:solidFill>
            <a:tailEnd type="triangle" w="sm" len="sm"/>
          </a:ln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7084046-E95B-45CA-8E76-1D1A8C131073}"/>
              </a:ext>
            </a:extLst>
          </p:cNvPr>
          <p:cNvSpPr>
            <a:spLocks noGrp="1"/>
          </p:cNvSpPr>
          <p:nvPr/>
        </p:nvSpPr>
        <p:spPr>
          <a:xfrm>
            <a:off x="3964781" y="22860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Solution: can the </a:t>
            </a:r>
            <a:r>
              <a:rPr lang="en-US" sz="3150" b="1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astronaut</a:t>
            </a:r>
            <a:r>
              <a:rPr sz="3150" b="1" dirty="0">
                <a:solidFill>
                  <a:srgbClr val="153E49"/>
                </a:solidFill>
                <a:latin typeface="Arial"/>
                <a:ea typeface="Arial"/>
                <a:cs typeface="Arial"/>
              </a:rPr>
              <a:t> enter?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EAD7F6C-4168-421A-8510-A49B4868FF0A}"/>
              </a:ext>
            </a:extLst>
          </p:cNvPr>
          <p:cNvSpPr>
            <a:spLocks noGrp="1"/>
          </p:cNvSpPr>
          <p:nvPr/>
        </p:nvSpPr>
        <p:spPr>
          <a:xfrm>
            <a:off x="1047750" y="447675"/>
            <a:ext cx="1809750" cy="476250"/>
          </a:xfrm>
          <a:prstGeom prst="ellipse">
            <a:avLst/>
          </a:prstGeom>
          <a:solidFill>
            <a:srgbClr val="E5EFEB"/>
          </a:solidFill>
          <a:ln w="19050">
            <a:solidFill>
              <a:srgbClr val="145A65"/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8EA2D1F0-6888-44EC-834A-D16EB7F953F0}"/>
              </a:ext>
            </a:extLst>
          </p:cNvPr>
          <p:cNvSpPr>
            <a:spLocks noGrp="1"/>
          </p:cNvSpPr>
          <p:nvPr/>
        </p:nvSpPr>
        <p:spPr>
          <a:xfrm>
            <a:off x="666750" y="1371600"/>
            <a:ext cx="2571750" cy="1190625"/>
          </a:xfrm>
          <a:prstGeom prst="diamond">
            <a:avLst/>
          </a:prstGeom>
          <a:solidFill>
            <a:srgbClr val="F9D47C"/>
          </a:solidFill>
          <a:ln w="19050">
            <a:solidFill>
              <a:srgbClr val="145A65"/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K or C?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73477498-344E-40DB-AA5F-A20C4E72810D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2571750" cy="1190625"/>
          </a:xfrm>
          <a:prstGeom prst="diamond">
            <a:avLst/>
          </a:prstGeom>
          <a:solidFill>
            <a:srgbClr val="F9D47C"/>
          </a:solidFill>
          <a:ln w="19050">
            <a:solidFill>
              <a:srgbClr val="145A65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Alarm active?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AE501E-FA44-4B90-8CED-48C0F21E7053}"/>
              </a:ext>
            </a:extLst>
          </p:cNvPr>
          <p:cNvSpPr>
            <a:spLocks noGrp="1"/>
          </p:cNvSpPr>
          <p:nvPr/>
        </p:nvSpPr>
        <p:spPr>
          <a:xfrm>
            <a:off x="1047750" y="4752975"/>
            <a:ext cx="1809750" cy="571500"/>
          </a:xfrm>
          <a:prstGeom prst="rect">
            <a:avLst/>
          </a:prstGeom>
          <a:solidFill>
            <a:srgbClr val="E5EFEB"/>
          </a:solidFill>
          <a:ln w="19050">
            <a:solidFill>
              <a:srgbClr val="145A65"/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Open door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8124BF-E5E6-4348-92AA-FCA4C2B991C2}"/>
              </a:ext>
            </a:extLst>
          </p:cNvPr>
          <p:cNvSpPr>
            <a:spLocks noGrp="1"/>
          </p:cNvSpPr>
          <p:nvPr/>
        </p:nvSpPr>
        <p:spPr>
          <a:xfrm>
            <a:off x="3857625" y="3305175"/>
            <a:ext cx="1666875" cy="571500"/>
          </a:xfrm>
          <a:prstGeom prst="rect">
            <a:avLst/>
          </a:prstGeom>
          <a:solidFill>
            <a:srgbClr val="F4E3DC"/>
          </a:solidFill>
          <a:ln w="19050">
            <a:solidFill>
              <a:srgbClr val="145A65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Keep locked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A84CFF-4F3A-4349-8B95-0B1B5282BB84}"/>
              </a:ext>
            </a:extLst>
          </p:cNvPr>
          <p:cNvSpPr>
            <a:spLocks noGrp="1"/>
          </p:cNvSpPr>
          <p:nvPr/>
        </p:nvSpPr>
        <p:spPr>
          <a:xfrm>
            <a:off x="3429000" y="5591175"/>
            <a:ext cx="1428750" cy="419100"/>
          </a:xfrm>
          <a:prstGeom prst="ellipse">
            <a:avLst/>
          </a:prstGeom>
          <a:solidFill>
            <a:srgbClr val="E5EFEB"/>
          </a:solidFill>
          <a:ln w="19050">
            <a:solidFill>
              <a:srgbClr val="145A65"/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68981-C9F2-406C-AC60-3780E0E6B7E6}"/>
              </a:ext>
            </a:extLst>
          </p:cNvPr>
          <p:cNvSpPr>
            <a:spLocks noGrp="1"/>
          </p:cNvSpPr>
          <p:nvPr/>
        </p:nvSpPr>
        <p:spPr>
          <a:xfrm>
            <a:off x="2076450" y="2600325"/>
            <a:ext cx="76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7985C6-F06A-4D1C-959D-BBE4A26BA650}"/>
              </a:ext>
            </a:extLst>
          </p:cNvPr>
          <p:cNvSpPr>
            <a:spLocks noGrp="1"/>
          </p:cNvSpPr>
          <p:nvPr/>
        </p:nvSpPr>
        <p:spPr>
          <a:xfrm>
            <a:off x="3400425" y="1895475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08E142-CFA3-4168-A902-0E9A1AB0A21E}"/>
              </a:ext>
            </a:extLst>
          </p:cNvPr>
          <p:cNvSpPr>
            <a:spLocks noGrp="1"/>
          </p:cNvSpPr>
          <p:nvPr/>
        </p:nvSpPr>
        <p:spPr>
          <a:xfrm>
            <a:off x="3305175" y="3248025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F4EBFC-AD56-4DFC-B44E-B9E446348F6C}"/>
              </a:ext>
            </a:extLst>
          </p:cNvPr>
          <p:cNvSpPr>
            <a:spLocks noGrp="1"/>
          </p:cNvSpPr>
          <p:nvPr/>
        </p:nvSpPr>
        <p:spPr>
          <a:xfrm>
            <a:off x="2076450" y="4295775"/>
            <a:ext cx="666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11862D-400F-49DC-A083-5A01E4F55E20}"/>
              </a:ext>
            </a:extLst>
          </p:cNvPr>
          <p:cNvSpPr>
            <a:spLocks noGrp="1"/>
          </p:cNvSpPr>
          <p:nvPr/>
        </p:nvSpPr>
        <p:spPr>
          <a:xfrm>
            <a:off x="6953250" y="1371600"/>
            <a:ext cx="4667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The Boolean rule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874FC9-B85A-4B87-B204-CD8C92DC9FCE}"/>
              </a:ext>
            </a:extLst>
          </p:cNvPr>
          <p:cNvSpPr>
            <a:spLocks noGrp="1"/>
          </p:cNvSpPr>
          <p:nvPr/>
        </p:nvSpPr>
        <p:spPr>
          <a:xfrm>
            <a:off x="6953250" y="1952625"/>
            <a:ext cx="4667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(K or C) and not 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CB3C4F-B97F-4C59-865D-8B98FC89DF80}"/>
              </a:ext>
            </a:extLst>
          </p:cNvPr>
          <p:cNvSpPr>
            <a:spLocks noGrp="1"/>
          </p:cNvSpPr>
          <p:nvPr/>
        </p:nvSpPr>
        <p:spPr>
          <a:xfrm>
            <a:off x="6953250" y="2819400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The test cases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4564A4-FBDB-4D4F-AC3D-43529B3DD3E9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43815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E49"/>
                </a:solidFill>
                <a:latin typeface="Arial"/>
                <a:ea typeface="Arial"/>
                <a:cs typeface="Arial"/>
              </a:rPr>
              <a:t>1. OPEN</a:t>
            </a:r>
          </a:p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E49"/>
                </a:solidFill>
                <a:latin typeface="Arial"/>
                <a:ea typeface="Arial"/>
                <a:cs typeface="Arial"/>
              </a:rPr>
              <a:t>2. OPEN</a:t>
            </a:r>
          </a:p>
          <a:p>
            <a:pPr>
              <a:defRPr sz="2100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E49"/>
                </a:solidFill>
                <a:latin typeface="Arial"/>
                <a:ea typeface="Arial"/>
                <a:cs typeface="Arial"/>
              </a:rPr>
              <a:t>3. LOCKED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DB7D34-F923-43F5-A15C-AB6F045B745F}"/>
              </a:ext>
            </a:extLst>
          </p:cNvPr>
          <p:cNvSpPr>
            <a:spLocks noGrp="1"/>
          </p:cNvSpPr>
          <p:nvPr/>
        </p:nvSpPr>
        <p:spPr>
          <a:xfrm>
            <a:off x="6953250" y="480060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E49"/>
                </a:solidFill>
                <a:latin typeface="Arial"/>
                <a:ea typeface="Arial"/>
                <a:cs typeface="Arial"/>
              </a:rPr>
              <a:t>Bonus: spot the bug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10BA95-1E29-4D82-9D45-B658DDF89558}"/>
              </a:ext>
            </a:extLst>
          </p:cNvPr>
          <p:cNvSpPr>
            <a:spLocks noGrp="1"/>
          </p:cNvSpPr>
          <p:nvPr/>
        </p:nvSpPr>
        <p:spPr>
          <a:xfrm>
            <a:off x="6953250" y="537210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A4B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4B19"/>
                </a:solidFill>
                <a:latin typeface="Arial"/>
                <a:ea typeface="Arial"/>
                <a:cs typeface="Arial"/>
              </a:rPr>
              <a:t>K or C and not 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691C9-D2BF-48BD-8F5B-8C69E086141E}"/>
              </a:ext>
            </a:extLst>
          </p:cNvPr>
          <p:cNvSpPr>
            <a:spLocks noGrp="1"/>
          </p:cNvSpPr>
          <p:nvPr/>
        </p:nvSpPr>
        <p:spPr>
          <a:xfrm>
            <a:off x="6953250" y="5943600"/>
            <a:ext cx="4572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3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E49"/>
                </a:solidFill>
                <a:latin typeface="Arial"/>
                <a:ea typeface="Arial"/>
                <a:cs typeface="Arial"/>
              </a:rPr>
              <a:t>Which test case breaks this rule?</a:t>
            </a:r>
          </a:p>
        </p:txBody>
      </p:sp>
    </p:spTree>
    <p:extLst>
      <p:ext uri="{BB962C8B-B14F-4D97-AF65-F5344CB8AC3E}">
        <p14:creationId xmlns:p14="http://schemas.microsoft.com/office/powerpoint/2010/main" val="1938733283"/>
      </p:ext>
    </p:extLst>
  </p:cSld>
  <p:clrMapOvr>
    <a:masterClrMapping/>
  </p:clrMapOvr>
</p:sld>
</file>

<file path=ppt/theme/theme1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Office PowerPoint</Application>
  <DocSecurity>0</DocSecurity>
  <PresentationFormat>Widescreen</PresentationFormat>
  <Paragraphs>275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Bitstream Charter</vt:lpstr>
      <vt:lpstr>DejaVu Sans Mono</vt:lpstr>
      <vt:lpstr>21_Office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Séamus Cummins</cp:lastModifiedBy>
  <cp:revision>1</cp:revision>
  <dcterms:created xsi:type="dcterms:W3CDTF">2026-09-28T10:56:08Z</dcterms:created>
  <dcterms:modified xsi:type="dcterms:W3CDTF">2026-10-06T14:52:41Z</dcterms:modified>
</cp:coreProperties>
</file>