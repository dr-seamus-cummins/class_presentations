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  <p:sldMasterId id="2147483814" r:id="rId2"/>
    <p:sldMasterId id="2147483822" r:id="rId3"/>
    <p:sldMasterId id="2147483836" r:id="rId4"/>
  </p:sldMasterIdLst>
  <p:notesMasterIdLst>
    <p:notesMasterId r:id="rId29"/>
  </p:notesMasterIdLst>
  <p:sldIdLst>
    <p:sldId id="324" r:id="rId5"/>
    <p:sldId id="325" r:id="rId6"/>
    <p:sldId id="336" r:id="rId7"/>
    <p:sldId id="259" r:id="rId8"/>
    <p:sldId id="337" r:id="rId9"/>
    <p:sldId id="326" r:id="rId10"/>
    <p:sldId id="338" r:id="rId11"/>
    <p:sldId id="327" r:id="rId12"/>
    <p:sldId id="339" r:id="rId13"/>
    <p:sldId id="328" r:id="rId14"/>
    <p:sldId id="340" r:id="rId15"/>
    <p:sldId id="329" r:id="rId16"/>
    <p:sldId id="341" r:id="rId17"/>
    <p:sldId id="330" r:id="rId18"/>
    <p:sldId id="331" r:id="rId19"/>
    <p:sldId id="332" r:id="rId20"/>
    <p:sldId id="333" r:id="rId21"/>
    <p:sldId id="334" r:id="rId22"/>
    <p:sldId id="335" r:id="rId23"/>
    <p:sldId id="342" r:id="rId24"/>
    <p:sldId id="343" r:id="rId25"/>
    <p:sldId id="344" r:id="rId26"/>
    <p:sldId id="345" r:id="rId27"/>
    <p:sldId id="34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F8"/>
    <a:srgbClr val="FFC800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E795DE-157A-4D53-88B5-414E9515E8C4}" v="26" dt="2026-10-07T10:37:03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36"/>
    <p:restoredTop sz="94716"/>
  </p:normalViewPr>
  <p:slideViewPr>
    <p:cSldViewPr snapToGrid="0" snapToObjects="1">
      <p:cViewPr varScale="1">
        <p:scale>
          <a:sx n="59" d="100"/>
          <a:sy n="59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amus Cummins" userId="9cbc4947-2644-4ffd-8985-8dfea9f9d8f2" providerId="ADAL" clId="{C69B4531-7F76-4897-B54E-AABC889E6EB9}"/>
    <pc:docChg chg="modSld sldOrd">
      <pc:chgData name="Séamus Cummins" userId="9cbc4947-2644-4ffd-8985-8dfea9f9d8f2" providerId="ADAL" clId="{C69B4531-7F76-4897-B54E-AABC889E6EB9}" dt="2026-10-07T13:43:16.929" v="23"/>
      <pc:docMkLst>
        <pc:docMk/>
      </pc:docMkLst>
      <pc:sldChg chg="ord">
        <pc:chgData name="Séamus Cummins" userId="9cbc4947-2644-4ffd-8985-8dfea9f9d8f2" providerId="ADAL" clId="{C69B4531-7F76-4897-B54E-AABC889E6EB9}" dt="2026-10-07T13:41:58.165" v="1"/>
        <pc:sldMkLst>
          <pc:docMk/>
          <pc:sldMk cId="0" sldId="336"/>
        </pc:sldMkLst>
      </pc:sldChg>
      <pc:sldChg chg="ord">
        <pc:chgData name="Séamus Cummins" userId="9cbc4947-2644-4ffd-8985-8dfea9f9d8f2" providerId="ADAL" clId="{C69B4531-7F76-4897-B54E-AABC889E6EB9}" dt="2026-10-07T13:42:16.002" v="5"/>
        <pc:sldMkLst>
          <pc:docMk/>
          <pc:sldMk cId="0" sldId="337"/>
        </pc:sldMkLst>
      </pc:sldChg>
      <pc:sldChg chg="ord">
        <pc:chgData name="Séamus Cummins" userId="9cbc4947-2644-4ffd-8985-8dfea9f9d8f2" providerId="ADAL" clId="{C69B4531-7F76-4897-B54E-AABC889E6EB9}" dt="2026-10-07T13:42:28.218" v="7"/>
        <pc:sldMkLst>
          <pc:docMk/>
          <pc:sldMk cId="0" sldId="338"/>
        </pc:sldMkLst>
      </pc:sldChg>
      <pc:sldChg chg="ord">
        <pc:chgData name="Séamus Cummins" userId="9cbc4947-2644-4ffd-8985-8dfea9f9d8f2" providerId="ADAL" clId="{C69B4531-7F76-4897-B54E-AABC889E6EB9}" dt="2026-10-07T13:43:01.167" v="13"/>
        <pc:sldMkLst>
          <pc:docMk/>
          <pc:sldMk cId="0" sldId="339"/>
        </pc:sldMkLst>
      </pc:sldChg>
      <pc:sldChg chg="ord">
        <pc:chgData name="Séamus Cummins" userId="9cbc4947-2644-4ffd-8985-8dfea9f9d8f2" providerId="ADAL" clId="{C69B4531-7F76-4897-B54E-AABC889E6EB9}" dt="2026-10-07T13:43:03.899" v="15"/>
        <pc:sldMkLst>
          <pc:docMk/>
          <pc:sldMk cId="0" sldId="340"/>
        </pc:sldMkLst>
      </pc:sldChg>
      <pc:sldChg chg="ord">
        <pc:chgData name="Séamus Cummins" userId="9cbc4947-2644-4ffd-8985-8dfea9f9d8f2" providerId="ADAL" clId="{C69B4531-7F76-4897-B54E-AABC889E6EB9}" dt="2026-10-07T13:43:16.929" v="23"/>
        <pc:sldMkLst>
          <pc:docMk/>
          <pc:sldMk cId="0" sldId="341"/>
        </pc:sldMkLst>
      </pc:sldChg>
    </pc:docChg>
  </pc:docChgLst>
  <pc:docChgLst>
    <pc:chgData name="Séamus Cummins" userId="9cbc4947-2644-4ffd-8985-8dfea9f9d8f2" providerId="ADAL" clId="{52D3679E-C8EB-4FED-9467-7F6E2156AACE}"/>
    <pc:docChg chg="undo custSel addSld delSld modSld sldOrd delMainMaster">
      <pc:chgData name="Séamus Cummins" userId="9cbc4947-2644-4ffd-8985-8dfea9f9d8f2" providerId="ADAL" clId="{52D3679E-C8EB-4FED-9467-7F6E2156AACE}" dt="2026-10-07T10:43:02.109" v="464" actId="478"/>
      <pc:docMkLst>
        <pc:docMk/>
      </pc:docMkLst>
      <pc:sldChg chg="add del">
        <pc:chgData name="Séamus Cummins" userId="9cbc4947-2644-4ffd-8985-8dfea9f9d8f2" providerId="ADAL" clId="{52D3679E-C8EB-4FED-9467-7F6E2156AACE}" dt="2026-10-06T08:17:02.340" v="155" actId="47"/>
        <pc:sldMkLst>
          <pc:docMk/>
          <pc:sldMk cId="195850094" sldId="256"/>
        </pc:sldMkLst>
      </pc:sldChg>
      <pc:sldChg chg="add del">
        <pc:chgData name="Séamus Cummins" userId="9cbc4947-2644-4ffd-8985-8dfea9f9d8f2" providerId="ADAL" clId="{52D3679E-C8EB-4FED-9467-7F6E2156AACE}" dt="2026-10-07T10:19:01.762" v="307" actId="47"/>
        <pc:sldMkLst>
          <pc:docMk/>
          <pc:sldMk cId="483756112" sldId="256"/>
        </pc:sldMkLst>
      </pc:sldChg>
      <pc:sldChg chg="add del">
        <pc:chgData name="Séamus Cummins" userId="9cbc4947-2644-4ffd-8985-8dfea9f9d8f2" providerId="ADAL" clId="{52D3679E-C8EB-4FED-9467-7F6E2156AACE}" dt="2026-10-06T08:04:41.242" v="11" actId="47"/>
        <pc:sldMkLst>
          <pc:docMk/>
          <pc:sldMk cId="3622550730" sldId="256"/>
        </pc:sldMkLst>
      </pc:sldChg>
      <pc:sldChg chg="add del">
        <pc:chgData name="Séamus Cummins" userId="9cbc4947-2644-4ffd-8985-8dfea9f9d8f2" providerId="ADAL" clId="{52D3679E-C8EB-4FED-9467-7F6E2156AACE}" dt="2026-10-06T08:04:41.784" v="12" actId="47"/>
        <pc:sldMkLst>
          <pc:docMk/>
          <pc:sldMk cId="483756112" sldId="257"/>
        </pc:sldMkLst>
      </pc:sldChg>
      <pc:sldChg chg="modSp add del mod modNotesTx">
        <pc:chgData name="Séamus Cummins" userId="9cbc4947-2644-4ffd-8985-8dfea9f9d8f2" providerId="ADAL" clId="{52D3679E-C8EB-4FED-9467-7F6E2156AACE}" dt="2026-10-06T08:17:02.461" v="159" actId="47"/>
        <pc:sldMkLst>
          <pc:docMk/>
          <pc:sldMk cId="1938733283" sldId="257"/>
        </pc:sldMkLst>
        <pc:spChg chg="mod">
          <ac:chgData name="Séamus Cummins" userId="9cbc4947-2644-4ffd-8985-8dfea9f9d8f2" providerId="ADAL" clId="{52D3679E-C8EB-4FED-9467-7F6E2156AACE}" dt="2026-10-06T08:13:22.098" v="140" actId="1076"/>
          <ac:spMkLst>
            <pc:docMk/>
            <pc:sldMk cId="1938733283" sldId="257"/>
            <ac:spMk id="7" creationId="{3BA84CFF-4F3A-4349-8B95-0B1B5282BB84}"/>
          </ac:spMkLst>
        </pc:spChg>
        <pc:spChg chg="mod">
          <ac:chgData name="Séamus Cummins" userId="9cbc4947-2644-4ffd-8985-8dfea9f9d8f2" providerId="ADAL" clId="{52D3679E-C8EB-4FED-9467-7F6E2156AACE}" dt="2026-10-06T08:12:32.287" v="130" actId="20577"/>
          <ac:spMkLst>
            <pc:docMk/>
            <pc:sldMk cId="1938733283" sldId="257"/>
            <ac:spMk id="33" creationId="{C7084046-E95B-45CA-8E76-1D1A8C131073}"/>
          </ac:spMkLst>
        </pc:spChg>
        <pc:cxnChg chg="mod">
          <ac:chgData name="Séamus Cummins" userId="9cbc4947-2644-4ffd-8985-8dfea9f9d8f2" providerId="ADAL" clId="{52D3679E-C8EB-4FED-9467-7F6E2156AACE}" dt="2026-10-06T08:13:22.098" v="140" actId="1076"/>
          <ac:cxnSpMkLst>
            <pc:docMk/>
            <pc:sldMk cId="1938733283" sldId="257"/>
            <ac:cxnSpMk id="26" creationId="{00000000-0000-0000-0000-000000000000}"/>
          </ac:cxnSpMkLst>
        </pc:cxnChg>
        <pc:cxnChg chg="mod">
          <ac:chgData name="Séamus Cummins" userId="9cbc4947-2644-4ffd-8985-8dfea9f9d8f2" providerId="ADAL" clId="{52D3679E-C8EB-4FED-9467-7F6E2156AACE}" dt="2026-10-06T08:13:22.098" v="140" actId="1076"/>
          <ac:cxnSpMkLst>
            <pc:docMk/>
            <pc:sldMk cId="1938733283" sldId="257"/>
            <ac:cxnSpMk id="27" creationId="{00000000-0000-0000-0000-000000000000}"/>
          </ac:cxnSpMkLst>
        </pc:cxnChg>
      </pc:sldChg>
      <pc:sldChg chg="delSp add del mod">
        <pc:chgData name="Séamus Cummins" userId="9cbc4947-2644-4ffd-8985-8dfea9f9d8f2" providerId="ADAL" clId="{52D3679E-C8EB-4FED-9467-7F6E2156AACE}" dt="2026-10-07T10:18:57.394" v="306" actId="47"/>
        <pc:sldMkLst>
          <pc:docMk/>
          <pc:sldMk cId="4033063947" sldId="257"/>
        </pc:sldMkLst>
        <pc:graphicFrameChg chg="del">
          <ac:chgData name="Séamus Cummins" userId="9cbc4947-2644-4ffd-8985-8dfea9f9d8f2" providerId="ADAL" clId="{52D3679E-C8EB-4FED-9467-7F6E2156AACE}" dt="2026-10-07T10:18:23.131" v="239" actId="478"/>
          <ac:graphicFrameMkLst>
            <pc:docMk/>
            <pc:sldMk cId="4033063947" sldId="257"/>
            <ac:graphicFrameMk id="7" creationId="{00000000-0000-0000-0000-000000000000}"/>
          </ac:graphicFrameMkLst>
        </pc:graphicFrameChg>
      </pc:sldChg>
      <pc:sldChg chg="add del">
        <pc:chgData name="Séamus Cummins" userId="9cbc4947-2644-4ffd-8985-8dfea9f9d8f2" providerId="ADAL" clId="{52D3679E-C8EB-4FED-9467-7F6E2156AACE}" dt="2026-10-06T08:11:30.180" v="62" actId="47"/>
        <pc:sldMkLst>
          <pc:docMk/>
          <pc:sldMk cId="1146743192" sldId="258"/>
        </pc:sldMkLst>
      </pc:sldChg>
      <pc:sldChg chg="add del">
        <pc:chgData name="Séamus Cummins" userId="9cbc4947-2644-4ffd-8985-8dfea9f9d8f2" providerId="ADAL" clId="{52D3679E-C8EB-4FED-9467-7F6E2156AACE}" dt="2026-10-07T10:19:08.117" v="308" actId="47"/>
        <pc:sldMkLst>
          <pc:docMk/>
          <pc:sldMk cId="2626838924" sldId="258"/>
        </pc:sldMkLst>
      </pc:sldChg>
      <pc:sldChg chg="add del">
        <pc:chgData name="Séamus Cummins" userId="9cbc4947-2644-4ffd-8985-8dfea9f9d8f2" providerId="ADAL" clId="{52D3679E-C8EB-4FED-9467-7F6E2156AACE}" dt="2026-10-06T08:23:22.159" v="163" actId="47"/>
        <pc:sldMkLst>
          <pc:docMk/>
          <pc:sldMk cId="3070662833" sldId="258"/>
        </pc:sldMkLst>
      </pc:sldChg>
      <pc:sldChg chg="add del">
        <pc:chgData name="Séamus Cummins" userId="9cbc4947-2644-4ffd-8985-8dfea9f9d8f2" providerId="ADAL" clId="{52D3679E-C8EB-4FED-9467-7F6E2156AACE}" dt="2026-10-06T08:17:01.156" v="142" actId="47"/>
        <pc:sldMkLst>
          <pc:docMk/>
          <pc:sldMk cId="4033063947" sldId="258"/>
        </pc:sldMkLst>
      </pc:sldChg>
      <pc:sldChg chg="add del">
        <pc:chgData name="Séamus Cummins" userId="9cbc4947-2644-4ffd-8985-8dfea9f9d8f2" providerId="ADAL" clId="{52D3679E-C8EB-4FED-9467-7F6E2156AACE}" dt="2026-10-06T08:04:42.428" v="15" actId="47"/>
        <pc:sldMkLst>
          <pc:docMk/>
          <pc:sldMk cId="432202968" sldId="259"/>
        </pc:sldMkLst>
      </pc:sldChg>
      <pc:sldChg chg="add del">
        <pc:chgData name="Séamus Cummins" userId="9cbc4947-2644-4ffd-8985-8dfea9f9d8f2" providerId="ADAL" clId="{52D3679E-C8EB-4FED-9467-7F6E2156AACE}" dt="2026-10-06T08:07:03.449" v="43" actId="47"/>
        <pc:sldMkLst>
          <pc:docMk/>
          <pc:sldMk cId="1339013977" sldId="259"/>
        </pc:sldMkLst>
      </pc:sldChg>
      <pc:sldChg chg="delSp modSp add mod ord">
        <pc:chgData name="Séamus Cummins" userId="9cbc4947-2644-4ffd-8985-8dfea9f9d8f2" providerId="ADAL" clId="{52D3679E-C8EB-4FED-9467-7F6E2156AACE}" dt="2026-10-07T10:41:44.428" v="452" actId="478"/>
        <pc:sldMkLst>
          <pc:docMk/>
          <pc:sldMk cId="1555642866" sldId="259"/>
        </pc:sldMkLst>
        <pc:spChg chg="mod">
          <ac:chgData name="Séamus Cummins" userId="9cbc4947-2644-4ffd-8985-8dfea9f9d8f2" providerId="ADAL" clId="{52D3679E-C8EB-4FED-9467-7F6E2156AACE}" dt="2026-10-07T10:24:09.535" v="337"/>
          <ac:spMkLst>
            <pc:docMk/>
            <pc:sldMk cId="1555642866" sldId="259"/>
            <ac:spMk id="3" creationId="{89124F60-D58B-4462-A356-41FBA145A894}"/>
          </ac:spMkLst>
        </pc:spChg>
        <pc:spChg chg="mod">
          <ac:chgData name="Séamus Cummins" userId="9cbc4947-2644-4ffd-8985-8dfea9f9d8f2" providerId="ADAL" clId="{52D3679E-C8EB-4FED-9467-7F6E2156AACE}" dt="2026-10-07T10:20:43.843" v="323" actId="113"/>
          <ac:spMkLst>
            <pc:docMk/>
            <pc:sldMk cId="1555642866" sldId="259"/>
            <ac:spMk id="4" creationId="{8C2873DD-C36E-4131-A031-945CD746CB97}"/>
          </ac:spMkLst>
        </pc:spChg>
        <pc:spChg chg="del">
          <ac:chgData name="Séamus Cummins" userId="9cbc4947-2644-4ffd-8985-8dfea9f9d8f2" providerId="ADAL" clId="{52D3679E-C8EB-4FED-9467-7F6E2156AACE}" dt="2026-10-07T10:41:39.454" v="448" actId="478"/>
          <ac:spMkLst>
            <pc:docMk/>
            <pc:sldMk cId="1555642866" sldId="259"/>
            <ac:spMk id="5" creationId="{3A1F98F7-EC56-4A59-8B35-B2C074BD2D54}"/>
          </ac:spMkLst>
        </pc:spChg>
        <pc:spChg chg="del">
          <ac:chgData name="Séamus Cummins" userId="9cbc4947-2644-4ffd-8985-8dfea9f9d8f2" providerId="ADAL" clId="{52D3679E-C8EB-4FED-9467-7F6E2156AACE}" dt="2026-10-07T10:41:40.620" v="449" actId="478"/>
          <ac:spMkLst>
            <pc:docMk/>
            <pc:sldMk cId="1555642866" sldId="259"/>
            <ac:spMk id="6" creationId="{8435B4CB-4190-4843-82E5-BBE4F4536D7D}"/>
          </ac:spMkLst>
        </pc:spChg>
        <pc:spChg chg="del">
          <ac:chgData name="Séamus Cummins" userId="9cbc4947-2644-4ffd-8985-8dfea9f9d8f2" providerId="ADAL" clId="{52D3679E-C8EB-4FED-9467-7F6E2156AACE}" dt="2026-10-07T10:41:41.886" v="450" actId="478"/>
          <ac:spMkLst>
            <pc:docMk/>
            <pc:sldMk cId="1555642866" sldId="259"/>
            <ac:spMk id="7" creationId="{7CE7991A-8F01-4BCF-B122-E0F51FF6E6B0}"/>
          </ac:spMkLst>
        </pc:spChg>
        <pc:spChg chg="del">
          <ac:chgData name="Séamus Cummins" userId="9cbc4947-2644-4ffd-8985-8dfea9f9d8f2" providerId="ADAL" clId="{52D3679E-C8EB-4FED-9467-7F6E2156AACE}" dt="2026-10-07T10:41:43.151" v="451" actId="478"/>
          <ac:spMkLst>
            <pc:docMk/>
            <pc:sldMk cId="1555642866" sldId="259"/>
            <ac:spMk id="8" creationId="{45D90D22-810D-4AD7-AED7-429521EB1083}"/>
          </ac:spMkLst>
        </pc:spChg>
        <pc:spChg chg="del">
          <ac:chgData name="Séamus Cummins" userId="9cbc4947-2644-4ffd-8985-8dfea9f9d8f2" providerId="ADAL" clId="{52D3679E-C8EB-4FED-9467-7F6E2156AACE}" dt="2026-10-07T10:41:44.428" v="452" actId="478"/>
          <ac:spMkLst>
            <pc:docMk/>
            <pc:sldMk cId="1555642866" sldId="259"/>
            <ac:spMk id="9" creationId="{8F309CC7-0871-4050-A9DF-5D01E6D7C4F7}"/>
          </ac:spMkLst>
        </pc:spChg>
        <pc:spChg chg="mod">
          <ac:chgData name="Séamus Cummins" userId="9cbc4947-2644-4ffd-8985-8dfea9f9d8f2" providerId="ADAL" clId="{52D3679E-C8EB-4FED-9467-7F6E2156AACE}" dt="2026-10-07T10:41:35.060" v="447" actId="1076"/>
          <ac:spMkLst>
            <pc:docMk/>
            <pc:sldMk cId="1555642866" sldId="259"/>
            <ac:spMk id="10" creationId="{7A4640F3-89EA-4150-AB85-329B2EA14267}"/>
          </ac:spMkLst>
        </pc:spChg>
      </pc:sldChg>
      <pc:sldChg chg="add del">
        <pc:chgData name="Séamus Cummins" userId="9cbc4947-2644-4ffd-8985-8dfea9f9d8f2" providerId="ADAL" clId="{52D3679E-C8EB-4FED-9467-7F6E2156AACE}" dt="2026-10-06T08:11:30.200" v="63" actId="47"/>
        <pc:sldMkLst>
          <pc:docMk/>
          <pc:sldMk cId="2381641017" sldId="259"/>
        </pc:sldMkLst>
      </pc:sldChg>
      <pc:sldChg chg="add del">
        <pc:chgData name="Séamus Cummins" userId="9cbc4947-2644-4ffd-8985-8dfea9f9d8f2" providerId="ADAL" clId="{52D3679E-C8EB-4FED-9467-7F6E2156AACE}" dt="2026-10-06T08:23:22.185" v="164" actId="47"/>
        <pc:sldMkLst>
          <pc:docMk/>
          <pc:sldMk cId="2878112935" sldId="259"/>
        </pc:sldMkLst>
      </pc:sldChg>
      <pc:sldChg chg="add del">
        <pc:chgData name="Séamus Cummins" userId="9cbc4947-2644-4ffd-8985-8dfea9f9d8f2" providerId="ADAL" clId="{52D3679E-C8EB-4FED-9467-7F6E2156AACE}" dt="2026-10-06T08:17:01.331" v="143" actId="47"/>
        <pc:sldMkLst>
          <pc:docMk/>
          <pc:sldMk cId="3332709043" sldId="259"/>
        </pc:sldMkLst>
      </pc:sldChg>
      <pc:sldChg chg="add del">
        <pc:chgData name="Séamus Cummins" userId="9cbc4947-2644-4ffd-8985-8dfea9f9d8f2" providerId="ADAL" clId="{52D3679E-C8EB-4FED-9467-7F6E2156AACE}" dt="2026-10-06T08:04:42.586" v="16" actId="47"/>
        <pc:sldMkLst>
          <pc:docMk/>
          <pc:sldMk cId="552482682" sldId="260"/>
        </pc:sldMkLst>
      </pc:sldChg>
      <pc:sldChg chg="add del">
        <pc:chgData name="Séamus Cummins" userId="9cbc4947-2644-4ffd-8985-8dfea9f9d8f2" providerId="ADAL" clId="{52D3679E-C8EB-4FED-9467-7F6E2156AACE}" dt="2026-10-06T08:23:22.217" v="165" actId="47"/>
        <pc:sldMkLst>
          <pc:docMk/>
          <pc:sldMk cId="1067245340" sldId="260"/>
        </pc:sldMkLst>
      </pc:sldChg>
      <pc:sldChg chg="add del">
        <pc:chgData name="Séamus Cummins" userId="9cbc4947-2644-4ffd-8985-8dfea9f9d8f2" providerId="ADAL" clId="{52D3679E-C8EB-4FED-9467-7F6E2156AACE}" dt="2026-10-06T08:11:30.237" v="64" actId="47"/>
        <pc:sldMkLst>
          <pc:docMk/>
          <pc:sldMk cId="1913683238" sldId="260"/>
        </pc:sldMkLst>
      </pc:sldChg>
      <pc:sldChg chg="add del">
        <pc:chgData name="Séamus Cummins" userId="9cbc4947-2644-4ffd-8985-8dfea9f9d8f2" providerId="ADAL" clId="{52D3679E-C8EB-4FED-9467-7F6E2156AACE}" dt="2026-10-06T08:17:01.491" v="144" actId="47"/>
        <pc:sldMkLst>
          <pc:docMk/>
          <pc:sldMk cId="3106107687" sldId="260"/>
        </pc:sldMkLst>
      </pc:sldChg>
      <pc:sldChg chg="add del">
        <pc:chgData name="Séamus Cummins" userId="9cbc4947-2644-4ffd-8985-8dfea9f9d8f2" providerId="ADAL" clId="{52D3679E-C8EB-4FED-9467-7F6E2156AACE}" dt="2026-10-07T10:18:46.119" v="303" actId="47"/>
        <pc:sldMkLst>
          <pc:docMk/>
          <pc:sldMk cId="3146747073" sldId="260"/>
        </pc:sldMkLst>
      </pc:sldChg>
      <pc:sldChg chg="add del">
        <pc:chgData name="Séamus Cummins" userId="9cbc4947-2644-4ffd-8985-8dfea9f9d8f2" providerId="ADAL" clId="{52D3679E-C8EB-4FED-9467-7F6E2156AACE}" dt="2026-10-06T08:07:03.575" v="44" actId="47"/>
        <pc:sldMkLst>
          <pc:docMk/>
          <pc:sldMk cId="3530382475" sldId="260"/>
        </pc:sldMkLst>
      </pc:sldChg>
      <pc:sldChg chg="add del">
        <pc:chgData name="Séamus Cummins" userId="9cbc4947-2644-4ffd-8985-8dfea9f9d8f2" providerId="ADAL" clId="{52D3679E-C8EB-4FED-9467-7F6E2156AACE}" dt="2026-10-06T08:23:22.248" v="166" actId="47"/>
        <pc:sldMkLst>
          <pc:docMk/>
          <pc:sldMk cId="1328888869" sldId="261"/>
        </pc:sldMkLst>
      </pc:sldChg>
      <pc:sldChg chg="add del">
        <pc:chgData name="Séamus Cummins" userId="9cbc4947-2644-4ffd-8985-8dfea9f9d8f2" providerId="ADAL" clId="{52D3679E-C8EB-4FED-9467-7F6E2156AACE}" dt="2026-10-06T08:04:42.746" v="17" actId="47"/>
        <pc:sldMkLst>
          <pc:docMk/>
          <pc:sldMk cId="1926600037" sldId="261"/>
        </pc:sldMkLst>
      </pc:sldChg>
      <pc:sldChg chg="add del">
        <pc:chgData name="Séamus Cummins" userId="9cbc4947-2644-4ffd-8985-8dfea9f9d8f2" providerId="ADAL" clId="{52D3679E-C8EB-4FED-9467-7F6E2156AACE}" dt="2026-10-07T10:18:45.658" v="302" actId="47"/>
        <pc:sldMkLst>
          <pc:docMk/>
          <pc:sldMk cId="2301200400" sldId="261"/>
        </pc:sldMkLst>
      </pc:sldChg>
      <pc:sldChg chg="add del">
        <pc:chgData name="Séamus Cummins" userId="9cbc4947-2644-4ffd-8985-8dfea9f9d8f2" providerId="ADAL" clId="{52D3679E-C8EB-4FED-9467-7F6E2156AACE}" dt="2026-10-06T08:17:02" v="145" actId="47"/>
        <pc:sldMkLst>
          <pc:docMk/>
          <pc:sldMk cId="2444532998" sldId="261"/>
        </pc:sldMkLst>
      </pc:sldChg>
      <pc:sldChg chg="add del">
        <pc:chgData name="Séamus Cummins" userId="9cbc4947-2644-4ffd-8985-8dfea9f9d8f2" providerId="ADAL" clId="{52D3679E-C8EB-4FED-9467-7F6E2156AACE}" dt="2026-10-06T08:11:30.264" v="65" actId="47"/>
        <pc:sldMkLst>
          <pc:docMk/>
          <pc:sldMk cId="3702063877" sldId="261"/>
        </pc:sldMkLst>
      </pc:sldChg>
      <pc:sldChg chg="add del">
        <pc:chgData name="Séamus Cummins" userId="9cbc4947-2644-4ffd-8985-8dfea9f9d8f2" providerId="ADAL" clId="{52D3679E-C8EB-4FED-9467-7F6E2156AACE}" dt="2026-10-06T08:07:04.077" v="45" actId="47"/>
        <pc:sldMkLst>
          <pc:docMk/>
          <pc:sldMk cId="4209440617" sldId="261"/>
        </pc:sldMkLst>
      </pc:sldChg>
      <pc:sldChg chg="add del">
        <pc:chgData name="Séamus Cummins" userId="9cbc4947-2644-4ffd-8985-8dfea9f9d8f2" providerId="ADAL" clId="{52D3679E-C8EB-4FED-9467-7F6E2156AACE}" dt="2026-10-06T08:23:22.280" v="167" actId="47"/>
        <pc:sldMkLst>
          <pc:docMk/>
          <pc:sldMk cId="2575207335" sldId="262"/>
        </pc:sldMkLst>
      </pc:sldChg>
      <pc:sldChg chg="add del">
        <pc:chgData name="Séamus Cummins" userId="9cbc4947-2644-4ffd-8985-8dfea9f9d8f2" providerId="ADAL" clId="{52D3679E-C8EB-4FED-9467-7F6E2156AACE}" dt="2026-10-06T08:07:04.115" v="46" actId="47"/>
        <pc:sldMkLst>
          <pc:docMk/>
          <pc:sldMk cId="2801686242" sldId="262"/>
        </pc:sldMkLst>
      </pc:sldChg>
      <pc:sldChg chg="add del">
        <pc:chgData name="Séamus Cummins" userId="9cbc4947-2644-4ffd-8985-8dfea9f9d8f2" providerId="ADAL" clId="{52D3679E-C8EB-4FED-9467-7F6E2156AACE}" dt="2026-10-06T08:11:30.303" v="66" actId="47"/>
        <pc:sldMkLst>
          <pc:docMk/>
          <pc:sldMk cId="2832582900" sldId="262"/>
        </pc:sldMkLst>
      </pc:sldChg>
      <pc:sldChg chg="add del">
        <pc:chgData name="Séamus Cummins" userId="9cbc4947-2644-4ffd-8985-8dfea9f9d8f2" providerId="ADAL" clId="{52D3679E-C8EB-4FED-9467-7F6E2156AACE}" dt="2026-10-06T08:17:02.033" v="146" actId="47"/>
        <pc:sldMkLst>
          <pc:docMk/>
          <pc:sldMk cId="3671402671" sldId="262"/>
        </pc:sldMkLst>
      </pc:sldChg>
      <pc:sldChg chg="add del">
        <pc:chgData name="Séamus Cummins" userId="9cbc4947-2644-4ffd-8985-8dfea9f9d8f2" providerId="ADAL" clId="{52D3679E-C8EB-4FED-9467-7F6E2156AACE}" dt="2026-10-07T10:18:45.182" v="301" actId="47"/>
        <pc:sldMkLst>
          <pc:docMk/>
          <pc:sldMk cId="3922118766" sldId="262"/>
        </pc:sldMkLst>
      </pc:sldChg>
      <pc:sldChg chg="add del">
        <pc:chgData name="Séamus Cummins" userId="9cbc4947-2644-4ffd-8985-8dfea9f9d8f2" providerId="ADAL" clId="{52D3679E-C8EB-4FED-9467-7F6E2156AACE}" dt="2026-10-06T08:04:42.916" v="18" actId="47"/>
        <pc:sldMkLst>
          <pc:docMk/>
          <pc:sldMk cId="4189606184" sldId="262"/>
        </pc:sldMkLst>
      </pc:sldChg>
      <pc:sldChg chg="add del">
        <pc:chgData name="Séamus Cummins" userId="9cbc4947-2644-4ffd-8985-8dfea9f9d8f2" providerId="ADAL" clId="{52D3679E-C8EB-4FED-9467-7F6E2156AACE}" dt="2026-10-06T08:07:04.141" v="47" actId="47"/>
        <pc:sldMkLst>
          <pc:docMk/>
          <pc:sldMk cId="130181746" sldId="263"/>
        </pc:sldMkLst>
      </pc:sldChg>
      <pc:sldChg chg="add del">
        <pc:chgData name="Séamus Cummins" userId="9cbc4947-2644-4ffd-8985-8dfea9f9d8f2" providerId="ADAL" clId="{52D3679E-C8EB-4FED-9467-7F6E2156AACE}" dt="2026-10-06T08:11:30.329" v="67" actId="47"/>
        <pc:sldMkLst>
          <pc:docMk/>
          <pc:sldMk cId="1780280260" sldId="263"/>
        </pc:sldMkLst>
      </pc:sldChg>
      <pc:sldChg chg="add del">
        <pc:chgData name="Séamus Cummins" userId="9cbc4947-2644-4ffd-8985-8dfea9f9d8f2" providerId="ADAL" clId="{52D3679E-C8EB-4FED-9467-7F6E2156AACE}" dt="2026-10-06T08:04:43.077" v="19" actId="47"/>
        <pc:sldMkLst>
          <pc:docMk/>
          <pc:sldMk cId="2784638438" sldId="263"/>
        </pc:sldMkLst>
      </pc:sldChg>
      <pc:sldChg chg="add del">
        <pc:chgData name="Séamus Cummins" userId="9cbc4947-2644-4ffd-8985-8dfea9f9d8f2" providerId="ADAL" clId="{52D3679E-C8EB-4FED-9467-7F6E2156AACE}" dt="2026-10-07T10:18:44.848" v="300" actId="47"/>
        <pc:sldMkLst>
          <pc:docMk/>
          <pc:sldMk cId="2897442150" sldId="263"/>
        </pc:sldMkLst>
      </pc:sldChg>
      <pc:sldChg chg="add del">
        <pc:chgData name="Séamus Cummins" userId="9cbc4947-2644-4ffd-8985-8dfea9f9d8f2" providerId="ADAL" clId="{52D3679E-C8EB-4FED-9467-7F6E2156AACE}" dt="2026-10-06T08:17:02.065" v="147" actId="47"/>
        <pc:sldMkLst>
          <pc:docMk/>
          <pc:sldMk cId="3075232241" sldId="263"/>
        </pc:sldMkLst>
      </pc:sldChg>
      <pc:sldChg chg="add del">
        <pc:chgData name="Séamus Cummins" userId="9cbc4947-2644-4ffd-8985-8dfea9f9d8f2" providerId="ADAL" clId="{52D3679E-C8EB-4FED-9467-7F6E2156AACE}" dt="2026-10-06T08:23:22.328" v="168" actId="47"/>
        <pc:sldMkLst>
          <pc:docMk/>
          <pc:sldMk cId="3136444869" sldId="263"/>
        </pc:sldMkLst>
      </pc:sldChg>
      <pc:sldChg chg="add del">
        <pc:chgData name="Séamus Cummins" userId="9cbc4947-2644-4ffd-8985-8dfea9f9d8f2" providerId="ADAL" clId="{52D3679E-C8EB-4FED-9467-7F6E2156AACE}" dt="2026-10-06T08:11:30.358" v="68" actId="47"/>
        <pc:sldMkLst>
          <pc:docMk/>
          <pc:sldMk cId="781518854" sldId="264"/>
        </pc:sldMkLst>
      </pc:sldChg>
      <pc:sldChg chg="add del">
        <pc:chgData name="Séamus Cummins" userId="9cbc4947-2644-4ffd-8985-8dfea9f9d8f2" providerId="ADAL" clId="{52D3679E-C8EB-4FED-9467-7F6E2156AACE}" dt="2026-10-06T08:23:22.359" v="169" actId="47"/>
        <pc:sldMkLst>
          <pc:docMk/>
          <pc:sldMk cId="832983809" sldId="264"/>
        </pc:sldMkLst>
      </pc:sldChg>
      <pc:sldChg chg="add del">
        <pc:chgData name="Séamus Cummins" userId="9cbc4947-2644-4ffd-8985-8dfea9f9d8f2" providerId="ADAL" clId="{52D3679E-C8EB-4FED-9467-7F6E2156AACE}" dt="2026-10-06T08:04:43.259" v="20" actId="47"/>
        <pc:sldMkLst>
          <pc:docMk/>
          <pc:sldMk cId="1165161831" sldId="264"/>
        </pc:sldMkLst>
      </pc:sldChg>
      <pc:sldChg chg="add del">
        <pc:chgData name="Séamus Cummins" userId="9cbc4947-2644-4ffd-8985-8dfea9f9d8f2" providerId="ADAL" clId="{52D3679E-C8EB-4FED-9467-7F6E2156AACE}" dt="2026-10-06T08:07:04.246" v="50" actId="47"/>
        <pc:sldMkLst>
          <pc:docMk/>
          <pc:sldMk cId="1481300675" sldId="264"/>
        </pc:sldMkLst>
      </pc:sldChg>
      <pc:sldChg chg="add del">
        <pc:chgData name="Séamus Cummins" userId="9cbc4947-2644-4ffd-8985-8dfea9f9d8f2" providerId="ADAL" clId="{52D3679E-C8EB-4FED-9467-7F6E2156AACE}" dt="2026-10-06T08:17:02.101" v="148" actId="47"/>
        <pc:sldMkLst>
          <pc:docMk/>
          <pc:sldMk cId="1603114765" sldId="264"/>
        </pc:sldMkLst>
      </pc:sldChg>
      <pc:sldChg chg="add del">
        <pc:chgData name="Séamus Cummins" userId="9cbc4947-2644-4ffd-8985-8dfea9f9d8f2" providerId="ADAL" clId="{52D3679E-C8EB-4FED-9467-7F6E2156AACE}" dt="2026-10-07T10:18:44.499" v="299" actId="47"/>
        <pc:sldMkLst>
          <pc:docMk/>
          <pc:sldMk cId="3218004020" sldId="264"/>
        </pc:sldMkLst>
      </pc:sldChg>
      <pc:sldChg chg="add del">
        <pc:chgData name="Séamus Cummins" userId="9cbc4947-2644-4ffd-8985-8dfea9f9d8f2" providerId="ADAL" clId="{52D3679E-C8EB-4FED-9467-7F6E2156AACE}" dt="2026-10-06T08:04:43.405" v="21" actId="47"/>
        <pc:sldMkLst>
          <pc:docMk/>
          <pc:sldMk cId="1745337386" sldId="265"/>
        </pc:sldMkLst>
      </pc:sldChg>
      <pc:sldChg chg="add del">
        <pc:chgData name="Séamus Cummins" userId="9cbc4947-2644-4ffd-8985-8dfea9f9d8f2" providerId="ADAL" clId="{52D3679E-C8EB-4FED-9467-7F6E2156AACE}" dt="2026-10-06T08:17:02.129" v="149" actId="47"/>
        <pc:sldMkLst>
          <pc:docMk/>
          <pc:sldMk cId="1955423248" sldId="265"/>
        </pc:sldMkLst>
      </pc:sldChg>
      <pc:sldChg chg="add del">
        <pc:chgData name="Séamus Cummins" userId="9cbc4947-2644-4ffd-8985-8dfea9f9d8f2" providerId="ADAL" clId="{52D3679E-C8EB-4FED-9467-7F6E2156AACE}" dt="2026-10-06T08:11:30.389" v="69" actId="47"/>
        <pc:sldMkLst>
          <pc:docMk/>
          <pc:sldMk cId="3093304737" sldId="265"/>
        </pc:sldMkLst>
      </pc:sldChg>
      <pc:sldChg chg="add del">
        <pc:chgData name="Séamus Cummins" userId="9cbc4947-2644-4ffd-8985-8dfea9f9d8f2" providerId="ADAL" clId="{52D3679E-C8EB-4FED-9467-7F6E2156AACE}" dt="2026-10-07T10:18:44.244" v="298" actId="47"/>
        <pc:sldMkLst>
          <pc:docMk/>
          <pc:sldMk cId="3603172959" sldId="265"/>
        </pc:sldMkLst>
      </pc:sldChg>
      <pc:sldChg chg="add del">
        <pc:chgData name="Séamus Cummins" userId="9cbc4947-2644-4ffd-8985-8dfea9f9d8f2" providerId="ADAL" clId="{52D3679E-C8EB-4FED-9467-7F6E2156AACE}" dt="2026-10-06T08:23:22.391" v="170" actId="47"/>
        <pc:sldMkLst>
          <pc:docMk/>
          <pc:sldMk cId="3621865064" sldId="265"/>
        </pc:sldMkLst>
      </pc:sldChg>
      <pc:sldChg chg="add del">
        <pc:chgData name="Séamus Cummins" userId="9cbc4947-2644-4ffd-8985-8dfea9f9d8f2" providerId="ADAL" clId="{52D3679E-C8EB-4FED-9467-7F6E2156AACE}" dt="2026-10-07T10:18:43.879" v="297" actId="47"/>
        <pc:sldMkLst>
          <pc:docMk/>
          <pc:sldMk cId="1727056466" sldId="266"/>
        </pc:sldMkLst>
      </pc:sldChg>
      <pc:sldChg chg="add del">
        <pc:chgData name="Séamus Cummins" userId="9cbc4947-2644-4ffd-8985-8dfea9f9d8f2" providerId="ADAL" clId="{52D3679E-C8EB-4FED-9467-7F6E2156AACE}" dt="2026-10-06T08:07:04.268" v="51" actId="47"/>
        <pc:sldMkLst>
          <pc:docMk/>
          <pc:sldMk cId="1884976608" sldId="266"/>
        </pc:sldMkLst>
      </pc:sldChg>
      <pc:sldChg chg="add del">
        <pc:chgData name="Séamus Cummins" userId="9cbc4947-2644-4ffd-8985-8dfea9f9d8f2" providerId="ADAL" clId="{52D3679E-C8EB-4FED-9467-7F6E2156AACE}" dt="2026-10-06T08:17:02.160" v="150" actId="47"/>
        <pc:sldMkLst>
          <pc:docMk/>
          <pc:sldMk cId="2249307734" sldId="266"/>
        </pc:sldMkLst>
      </pc:sldChg>
      <pc:sldChg chg="add del">
        <pc:chgData name="Séamus Cummins" userId="9cbc4947-2644-4ffd-8985-8dfea9f9d8f2" providerId="ADAL" clId="{52D3679E-C8EB-4FED-9467-7F6E2156AACE}" dt="2026-10-06T08:11:30.423" v="70" actId="47"/>
        <pc:sldMkLst>
          <pc:docMk/>
          <pc:sldMk cId="2744082035" sldId="266"/>
        </pc:sldMkLst>
      </pc:sldChg>
      <pc:sldChg chg="add del">
        <pc:chgData name="Séamus Cummins" userId="9cbc4947-2644-4ffd-8985-8dfea9f9d8f2" providerId="ADAL" clId="{52D3679E-C8EB-4FED-9467-7F6E2156AACE}" dt="2026-10-06T08:04:43.587" v="22" actId="47"/>
        <pc:sldMkLst>
          <pc:docMk/>
          <pc:sldMk cId="3294112788" sldId="266"/>
        </pc:sldMkLst>
      </pc:sldChg>
      <pc:sldChg chg="add del">
        <pc:chgData name="Séamus Cummins" userId="9cbc4947-2644-4ffd-8985-8dfea9f9d8f2" providerId="ADAL" clId="{52D3679E-C8EB-4FED-9467-7F6E2156AACE}" dt="2026-10-06T08:23:22.423" v="171" actId="47"/>
        <pc:sldMkLst>
          <pc:docMk/>
          <pc:sldMk cId="3691133986" sldId="266"/>
        </pc:sldMkLst>
      </pc:sldChg>
      <pc:sldChg chg="add del">
        <pc:chgData name="Séamus Cummins" userId="9cbc4947-2644-4ffd-8985-8dfea9f9d8f2" providerId="ADAL" clId="{52D3679E-C8EB-4FED-9467-7F6E2156AACE}" dt="2026-10-06T08:07:04.307" v="52" actId="47"/>
        <pc:sldMkLst>
          <pc:docMk/>
          <pc:sldMk cId="554137086" sldId="267"/>
        </pc:sldMkLst>
      </pc:sldChg>
      <pc:sldChg chg="add del">
        <pc:chgData name="Séamus Cummins" userId="9cbc4947-2644-4ffd-8985-8dfea9f9d8f2" providerId="ADAL" clId="{52D3679E-C8EB-4FED-9467-7F6E2156AACE}" dt="2026-10-06T08:23:22.454" v="172" actId="47"/>
        <pc:sldMkLst>
          <pc:docMk/>
          <pc:sldMk cId="1285712523" sldId="267"/>
        </pc:sldMkLst>
      </pc:sldChg>
      <pc:sldChg chg="add del">
        <pc:chgData name="Séamus Cummins" userId="9cbc4947-2644-4ffd-8985-8dfea9f9d8f2" providerId="ADAL" clId="{52D3679E-C8EB-4FED-9467-7F6E2156AACE}" dt="2026-10-07T10:18:43.578" v="296" actId="47"/>
        <pc:sldMkLst>
          <pc:docMk/>
          <pc:sldMk cId="1322506481" sldId="267"/>
        </pc:sldMkLst>
      </pc:sldChg>
      <pc:sldChg chg="add del">
        <pc:chgData name="Séamus Cummins" userId="9cbc4947-2644-4ffd-8985-8dfea9f9d8f2" providerId="ADAL" clId="{52D3679E-C8EB-4FED-9467-7F6E2156AACE}" dt="2026-10-06T08:11:30.454" v="71" actId="47"/>
        <pc:sldMkLst>
          <pc:docMk/>
          <pc:sldMk cId="2053440043" sldId="267"/>
        </pc:sldMkLst>
      </pc:sldChg>
      <pc:sldChg chg="add del">
        <pc:chgData name="Séamus Cummins" userId="9cbc4947-2644-4ffd-8985-8dfea9f9d8f2" providerId="ADAL" clId="{52D3679E-C8EB-4FED-9467-7F6E2156AACE}" dt="2026-10-06T08:17:02.199" v="151" actId="47"/>
        <pc:sldMkLst>
          <pc:docMk/>
          <pc:sldMk cId="3092338627" sldId="267"/>
        </pc:sldMkLst>
      </pc:sldChg>
      <pc:sldChg chg="add del">
        <pc:chgData name="Séamus Cummins" userId="9cbc4947-2644-4ffd-8985-8dfea9f9d8f2" providerId="ADAL" clId="{52D3679E-C8EB-4FED-9467-7F6E2156AACE}" dt="2026-10-06T08:11:30.487" v="72" actId="47"/>
        <pc:sldMkLst>
          <pc:docMk/>
          <pc:sldMk cId="955437531" sldId="268"/>
        </pc:sldMkLst>
      </pc:sldChg>
      <pc:sldChg chg="add del">
        <pc:chgData name="Séamus Cummins" userId="9cbc4947-2644-4ffd-8985-8dfea9f9d8f2" providerId="ADAL" clId="{52D3679E-C8EB-4FED-9467-7F6E2156AACE}" dt="2026-10-06T08:07:04.332" v="53" actId="47"/>
        <pc:sldMkLst>
          <pc:docMk/>
          <pc:sldMk cId="1189444342" sldId="268"/>
        </pc:sldMkLst>
      </pc:sldChg>
      <pc:sldChg chg="add del">
        <pc:chgData name="Séamus Cummins" userId="9cbc4947-2644-4ffd-8985-8dfea9f9d8f2" providerId="ADAL" clId="{52D3679E-C8EB-4FED-9467-7F6E2156AACE}" dt="2026-10-06T08:17:02.222" v="152" actId="47"/>
        <pc:sldMkLst>
          <pc:docMk/>
          <pc:sldMk cId="1522720775" sldId="268"/>
        </pc:sldMkLst>
      </pc:sldChg>
      <pc:sldChg chg="add del">
        <pc:chgData name="Séamus Cummins" userId="9cbc4947-2644-4ffd-8985-8dfea9f9d8f2" providerId="ADAL" clId="{52D3679E-C8EB-4FED-9467-7F6E2156AACE}" dt="2026-10-06T08:23:22.486" v="173" actId="47"/>
        <pc:sldMkLst>
          <pc:docMk/>
          <pc:sldMk cId="2279915632" sldId="268"/>
        </pc:sldMkLst>
      </pc:sldChg>
      <pc:sldChg chg="add del">
        <pc:chgData name="Séamus Cummins" userId="9cbc4947-2644-4ffd-8985-8dfea9f9d8f2" providerId="ADAL" clId="{52D3679E-C8EB-4FED-9467-7F6E2156AACE}" dt="2026-10-07T10:18:43.245" v="295" actId="47"/>
        <pc:sldMkLst>
          <pc:docMk/>
          <pc:sldMk cId="3390533374" sldId="268"/>
        </pc:sldMkLst>
      </pc:sldChg>
      <pc:sldChg chg="add del">
        <pc:chgData name="Séamus Cummins" userId="9cbc4947-2644-4ffd-8985-8dfea9f9d8f2" providerId="ADAL" clId="{52D3679E-C8EB-4FED-9467-7F6E2156AACE}" dt="2026-10-06T08:11:30.540" v="73" actId="47"/>
        <pc:sldMkLst>
          <pc:docMk/>
          <pc:sldMk cId="1806201580" sldId="269"/>
        </pc:sldMkLst>
      </pc:sldChg>
      <pc:sldChg chg="add del">
        <pc:chgData name="Séamus Cummins" userId="9cbc4947-2644-4ffd-8985-8dfea9f9d8f2" providerId="ADAL" clId="{52D3679E-C8EB-4FED-9467-7F6E2156AACE}" dt="2026-10-06T08:17:02.269" v="153" actId="47"/>
        <pc:sldMkLst>
          <pc:docMk/>
          <pc:sldMk cId="2074925935" sldId="269"/>
        </pc:sldMkLst>
      </pc:sldChg>
      <pc:sldChg chg="add del">
        <pc:chgData name="Séamus Cummins" userId="9cbc4947-2644-4ffd-8985-8dfea9f9d8f2" providerId="ADAL" clId="{52D3679E-C8EB-4FED-9467-7F6E2156AACE}" dt="2026-10-07T10:18:42.991" v="294" actId="47"/>
        <pc:sldMkLst>
          <pc:docMk/>
          <pc:sldMk cId="2728547799" sldId="269"/>
        </pc:sldMkLst>
      </pc:sldChg>
      <pc:sldChg chg="add del">
        <pc:chgData name="Séamus Cummins" userId="9cbc4947-2644-4ffd-8985-8dfea9f9d8f2" providerId="ADAL" clId="{52D3679E-C8EB-4FED-9467-7F6E2156AACE}" dt="2026-10-06T08:04:44.188" v="25" actId="47"/>
        <pc:sldMkLst>
          <pc:docMk/>
          <pc:sldMk cId="2775970850" sldId="269"/>
        </pc:sldMkLst>
      </pc:sldChg>
      <pc:sldChg chg="add del">
        <pc:chgData name="Séamus Cummins" userId="9cbc4947-2644-4ffd-8985-8dfea9f9d8f2" providerId="ADAL" clId="{52D3679E-C8EB-4FED-9467-7F6E2156AACE}" dt="2026-10-06T08:07:04.367" v="54" actId="47"/>
        <pc:sldMkLst>
          <pc:docMk/>
          <pc:sldMk cId="3062113432" sldId="269"/>
        </pc:sldMkLst>
      </pc:sldChg>
      <pc:sldChg chg="add del">
        <pc:chgData name="Séamus Cummins" userId="9cbc4947-2644-4ffd-8985-8dfea9f9d8f2" providerId="ADAL" clId="{52D3679E-C8EB-4FED-9467-7F6E2156AACE}" dt="2026-10-06T08:23:22.518" v="174" actId="47"/>
        <pc:sldMkLst>
          <pc:docMk/>
          <pc:sldMk cId="4200709924" sldId="269"/>
        </pc:sldMkLst>
      </pc:sldChg>
      <pc:sldChg chg="add del">
        <pc:chgData name="Séamus Cummins" userId="9cbc4947-2644-4ffd-8985-8dfea9f9d8f2" providerId="ADAL" clId="{52D3679E-C8EB-4FED-9467-7F6E2156AACE}" dt="2026-10-06T08:11:30.565" v="74" actId="47"/>
        <pc:sldMkLst>
          <pc:docMk/>
          <pc:sldMk cId="37364524" sldId="270"/>
        </pc:sldMkLst>
      </pc:sldChg>
      <pc:sldChg chg="add del">
        <pc:chgData name="Séamus Cummins" userId="9cbc4947-2644-4ffd-8985-8dfea9f9d8f2" providerId="ADAL" clId="{52D3679E-C8EB-4FED-9467-7F6E2156AACE}" dt="2026-10-06T08:17:02.317" v="154" actId="47"/>
        <pc:sldMkLst>
          <pc:docMk/>
          <pc:sldMk cId="1201621362" sldId="270"/>
        </pc:sldMkLst>
      </pc:sldChg>
      <pc:sldChg chg="add del">
        <pc:chgData name="Séamus Cummins" userId="9cbc4947-2644-4ffd-8985-8dfea9f9d8f2" providerId="ADAL" clId="{52D3679E-C8EB-4FED-9467-7F6E2156AACE}" dt="2026-10-07T10:18:42.736" v="293" actId="47"/>
        <pc:sldMkLst>
          <pc:docMk/>
          <pc:sldMk cId="1549282642" sldId="270"/>
        </pc:sldMkLst>
      </pc:sldChg>
      <pc:sldChg chg="add del">
        <pc:chgData name="Séamus Cummins" userId="9cbc4947-2644-4ffd-8985-8dfea9f9d8f2" providerId="ADAL" clId="{52D3679E-C8EB-4FED-9467-7F6E2156AACE}" dt="2026-10-06T08:04:44.364" v="26" actId="47"/>
        <pc:sldMkLst>
          <pc:docMk/>
          <pc:sldMk cId="2788469852" sldId="270"/>
        </pc:sldMkLst>
      </pc:sldChg>
      <pc:sldChg chg="add del">
        <pc:chgData name="Séamus Cummins" userId="9cbc4947-2644-4ffd-8985-8dfea9f9d8f2" providerId="ADAL" clId="{52D3679E-C8EB-4FED-9467-7F6E2156AACE}" dt="2026-10-06T08:07:04.396" v="55" actId="47"/>
        <pc:sldMkLst>
          <pc:docMk/>
          <pc:sldMk cId="3781982757" sldId="270"/>
        </pc:sldMkLst>
      </pc:sldChg>
      <pc:sldChg chg="add del">
        <pc:chgData name="Séamus Cummins" userId="9cbc4947-2644-4ffd-8985-8dfea9f9d8f2" providerId="ADAL" clId="{52D3679E-C8EB-4FED-9467-7F6E2156AACE}" dt="2026-10-06T08:23:22.550" v="175" actId="47"/>
        <pc:sldMkLst>
          <pc:docMk/>
          <pc:sldMk cId="4218446244" sldId="270"/>
        </pc:sldMkLst>
      </pc:sldChg>
      <pc:sldChg chg="add del">
        <pc:chgData name="Séamus Cummins" userId="9cbc4947-2644-4ffd-8985-8dfea9f9d8f2" providerId="ADAL" clId="{52D3679E-C8EB-4FED-9467-7F6E2156AACE}" dt="2026-10-06T08:04:44.565" v="27" actId="47"/>
        <pc:sldMkLst>
          <pc:docMk/>
          <pc:sldMk cId="70770764" sldId="271"/>
        </pc:sldMkLst>
      </pc:sldChg>
      <pc:sldChg chg="add del">
        <pc:chgData name="Séamus Cummins" userId="9cbc4947-2644-4ffd-8985-8dfea9f9d8f2" providerId="ADAL" clId="{52D3679E-C8EB-4FED-9467-7F6E2156AACE}" dt="2026-10-06T08:11:30.596" v="75" actId="47"/>
        <pc:sldMkLst>
          <pc:docMk/>
          <pc:sldMk cId="380346459" sldId="271"/>
        </pc:sldMkLst>
      </pc:sldChg>
      <pc:sldChg chg="add del">
        <pc:chgData name="Séamus Cummins" userId="9cbc4947-2644-4ffd-8985-8dfea9f9d8f2" providerId="ADAL" clId="{52D3679E-C8EB-4FED-9467-7F6E2156AACE}" dt="2026-10-06T08:07:04.431" v="56" actId="47"/>
        <pc:sldMkLst>
          <pc:docMk/>
          <pc:sldMk cId="2194988484" sldId="271"/>
        </pc:sldMkLst>
      </pc:sldChg>
      <pc:sldChg chg="add del">
        <pc:chgData name="Séamus Cummins" userId="9cbc4947-2644-4ffd-8985-8dfea9f9d8f2" providerId="ADAL" clId="{52D3679E-C8EB-4FED-9467-7F6E2156AACE}" dt="2026-10-07T10:18:42.483" v="292" actId="47"/>
        <pc:sldMkLst>
          <pc:docMk/>
          <pc:sldMk cId="2530815403" sldId="271"/>
        </pc:sldMkLst>
      </pc:sldChg>
      <pc:sldChg chg="add del">
        <pc:chgData name="Séamus Cummins" userId="9cbc4947-2644-4ffd-8985-8dfea9f9d8f2" providerId="ADAL" clId="{52D3679E-C8EB-4FED-9467-7F6E2156AACE}" dt="2026-10-06T08:17:02.370" v="156" actId="47"/>
        <pc:sldMkLst>
          <pc:docMk/>
          <pc:sldMk cId="3341846611" sldId="271"/>
        </pc:sldMkLst>
      </pc:sldChg>
      <pc:sldChg chg="add del">
        <pc:chgData name="Séamus Cummins" userId="9cbc4947-2644-4ffd-8985-8dfea9f9d8f2" providerId="ADAL" clId="{52D3679E-C8EB-4FED-9467-7F6E2156AACE}" dt="2026-10-06T08:23:22.582" v="176" actId="47"/>
        <pc:sldMkLst>
          <pc:docMk/>
          <pc:sldMk cId="4197830189" sldId="271"/>
        </pc:sldMkLst>
      </pc:sldChg>
      <pc:sldChg chg="add del">
        <pc:chgData name="Séamus Cummins" userId="9cbc4947-2644-4ffd-8985-8dfea9f9d8f2" providerId="ADAL" clId="{52D3679E-C8EB-4FED-9467-7F6E2156AACE}" dt="2026-10-06T08:07:04.463" v="57" actId="47"/>
        <pc:sldMkLst>
          <pc:docMk/>
          <pc:sldMk cId="42050300" sldId="272"/>
        </pc:sldMkLst>
      </pc:sldChg>
      <pc:sldChg chg="add del">
        <pc:chgData name="Séamus Cummins" userId="9cbc4947-2644-4ffd-8985-8dfea9f9d8f2" providerId="ADAL" clId="{52D3679E-C8EB-4FED-9467-7F6E2156AACE}" dt="2026-10-06T08:11:30.627" v="76" actId="47"/>
        <pc:sldMkLst>
          <pc:docMk/>
          <pc:sldMk cId="490718966" sldId="272"/>
        </pc:sldMkLst>
      </pc:sldChg>
      <pc:sldChg chg="add del">
        <pc:chgData name="Séamus Cummins" userId="9cbc4947-2644-4ffd-8985-8dfea9f9d8f2" providerId="ADAL" clId="{52D3679E-C8EB-4FED-9467-7F6E2156AACE}" dt="2026-10-06T08:17:02.400" v="157" actId="47"/>
        <pc:sldMkLst>
          <pc:docMk/>
          <pc:sldMk cId="1021814754" sldId="272"/>
        </pc:sldMkLst>
      </pc:sldChg>
      <pc:sldChg chg="add del">
        <pc:chgData name="Séamus Cummins" userId="9cbc4947-2644-4ffd-8985-8dfea9f9d8f2" providerId="ADAL" clId="{52D3679E-C8EB-4FED-9467-7F6E2156AACE}" dt="2026-10-06T08:23:22.617" v="177" actId="47"/>
        <pc:sldMkLst>
          <pc:docMk/>
          <pc:sldMk cId="1363909410" sldId="272"/>
        </pc:sldMkLst>
      </pc:sldChg>
      <pc:sldChg chg="add del">
        <pc:chgData name="Séamus Cummins" userId="9cbc4947-2644-4ffd-8985-8dfea9f9d8f2" providerId="ADAL" clId="{52D3679E-C8EB-4FED-9467-7F6E2156AACE}" dt="2026-10-07T10:18:42.230" v="291" actId="47"/>
        <pc:sldMkLst>
          <pc:docMk/>
          <pc:sldMk cId="2139961195" sldId="272"/>
        </pc:sldMkLst>
      </pc:sldChg>
      <pc:sldChg chg="add del">
        <pc:chgData name="Séamus Cummins" userId="9cbc4947-2644-4ffd-8985-8dfea9f9d8f2" providerId="ADAL" clId="{52D3679E-C8EB-4FED-9467-7F6E2156AACE}" dt="2026-10-06T08:04:44.733" v="28" actId="47"/>
        <pc:sldMkLst>
          <pc:docMk/>
          <pc:sldMk cId="2964655296" sldId="272"/>
        </pc:sldMkLst>
      </pc:sldChg>
      <pc:sldChg chg="add del">
        <pc:chgData name="Séamus Cummins" userId="9cbc4947-2644-4ffd-8985-8dfea9f9d8f2" providerId="ADAL" clId="{52D3679E-C8EB-4FED-9467-7F6E2156AACE}" dt="2026-10-07T10:18:42.008" v="290" actId="47"/>
        <pc:sldMkLst>
          <pc:docMk/>
          <pc:sldMk cId="804718600" sldId="273"/>
        </pc:sldMkLst>
      </pc:sldChg>
      <pc:sldChg chg="add del">
        <pc:chgData name="Séamus Cummins" userId="9cbc4947-2644-4ffd-8985-8dfea9f9d8f2" providerId="ADAL" clId="{52D3679E-C8EB-4FED-9467-7F6E2156AACE}" dt="2026-10-06T08:23:22.646" v="178" actId="47"/>
        <pc:sldMkLst>
          <pc:docMk/>
          <pc:sldMk cId="1049140427" sldId="273"/>
        </pc:sldMkLst>
      </pc:sldChg>
      <pc:sldChg chg="del">
        <pc:chgData name="Séamus Cummins" userId="9cbc4947-2644-4ffd-8985-8dfea9f9d8f2" providerId="ADAL" clId="{52D3679E-C8EB-4FED-9467-7F6E2156AACE}" dt="2026-10-06T08:01:01.136" v="6" actId="2696"/>
        <pc:sldMkLst>
          <pc:docMk/>
          <pc:sldMk cId="3012300169" sldId="273"/>
        </pc:sldMkLst>
      </pc:sldChg>
      <pc:sldChg chg="add del">
        <pc:chgData name="Séamus Cummins" userId="9cbc4947-2644-4ffd-8985-8dfea9f9d8f2" providerId="ADAL" clId="{52D3679E-C8EB-4FED-9467-7F6E2156AACE}" dt="2026-10-06T08:11:30.727" v="79" actId="47"/>
        <pc:sldMkLst>
          <pc:docMk/>
          <pc:sldMk cId="3109452981" sldId="273"/>
        </pc:sldMkLst>
      </pc:sldChg>
      <pc:sldChg chg="add del">
        <pc:chgData name="Séamus Cummins" userId="9cbc4947-2644-4ffd-8985-8dfea9f9d8f2" providerId="ADAL" clId="{52D3679E-C8EB-4FED-9467-7F6E2156AACE}" dt="2026-10-06T08:23:22.678" v="179" actId="47"/>
        <pc:sldMkLst>
          <pc:docMk/>
          <pc:sldMk cId="343035483" sldId="274"/>
        </pc:sldMkLst>
      </pc:sldChg>
      <pc:sldChg chg="add del">
        <pc:chgData name="Séamus Cummins" userId="9cbc4947-2644-4ffd-8985-8dfea9f9d8f2" providerId="ADAL" clId="{52D3679E-C8EB-4FED-9467-7F6E2156AACE}" dt="2026-10-06T08:11:30.662" v="77" actId="47"/>
        <pc:sldMkLst>
          <pc:docMk/>
          <pc:sldMk cId="938699977" sldId="274"/>
        </pc:sldMkLst>
      </pc:sldChg>
      <pc:sldChg chg="del">
        <pc:chgData name="Séamus Cummins" userId="9cbc4947-2644-4ffd-8985-8dfea9f9d8f2" providerId="ADAL" clId="{52D3679E-C8EB-4FED-9467-7F6E2156AACE}" dt="2026-10-06T08:01:14.147" v="9" actId="2696"/>
        <pc:sldMkLst>
          <pc:docMk/>
          <pc:sldMk cId="2310075495" sldId="274"/>
        </pc:sldMkLst>
      </pc:sldChg>
      <pc:sldChg chg="add del">
        <pc:chgData name="Séamus Cummins" userId="9cbc4947-2644-4ffd-8985-8dfea9f9d8f2" providerId="ADAL" clId="{52D3679E-C8EB-4FED-9467-7F6E2156AACE}" dt="2026-10-07T10:18:41.722" v="289" actId="47"/>
        <pc:sldMkLst>
          <pc:docMk/>
          <pc:sldMk cId="2750130733" sldId="274"/>
        </pc:sldMkLst>
      </pc:sldChg>
      <pc:sldChg chg="add del">
        <pc:chgData name="Séamus Cummins" userId="9cbc4947-2644-4ffd-8985-8dfea9f9d8f2" providerId="ADAL" clId="{52D3679E-C8EB-4FED-9467-7F6E2156AACE}" dt="2026-10-06T08:23:22.709" v="180" actId="47"/>
        <pc:sldMkLst>
          <pc:docMk/>
          <pc:sldMk cId="96102304" sldId="275"/>
        </pc:sldMkLst>
      </pc:sldChg>
      <pc:sldChg chg="add del">
        <pc:chgData name="Séamus Cummins" userId="9cbc4947-2644-4ffd-8985-8dfea9f9d8f2" providerId="ADAL" clId="{52D3679E-C8EB-4FED-9467-7F6E2156AACE}" dt="2026-10-07T10:18:41.468" v="288" actId="47"/>
        <pc:sldMkLst>
          <pc:docMk/>
          <pc:sldMk cId="1677615682" sldId="275"/>
        </pc:sldMkLst>
      </pc:sldChg>
      <pc:sldChg chg="add del">
        <pc:chgData name="Séamus Cummins" userId="9cbc4947-2644-4ffd-8985-8dfea9f9d8f2" providerId="ADAL" clId="{52D3679E-C8EB-4FED-9467-7F6E2156AACE}" dt="2026-10-06T08:11:30.695" v="78" actId="47"/>
        <pc:sldMkLst>
          <pc:docMk/>
          <pc:sldMk cId="3323906237" sldId="275"/>
        </pc:sldMkLst>
      </pc:sldChg>
      <pc:sldChg chg="add del">
        <pc:chgData name="Séamus Cummins" userId="9cbc4947-2644-4ffd-8985-8dfea9f9d8f2" providerId="ADAL" clId="{52D3679E-C8EB-4FED-9467-7F6E2156AACE}" dt="2026-10-06T08:04:45.472" v="31" actId="47"/>
        <pc:sldMkLst>
          <pc:docMk/>
          <pc:sldMk cId="3855330446" sldId="275"/>
        </pc:sldMkLst>
      </pc:sldChg>
      <pc:sldChg chg="add del">
        <pc:chgData name="Séamus Cummins" userId="9cbc4947-2644-4ffd-8985-8dfea9f9d8f2" providerId="ADAL" clId="{52D3679E-C8EB-4FED-9467-7F6E2156AACE}" dt="2026-10-06T08:23:22.757" v="181" actId="47"/>
        <pc:sldMkLst>
          <pc:docMk/>
          <pc:sldMk cId="722513356" sldId="276"/>
        </pc:sldMkLst>
      </pc:sldChg>
      <pc:sldChg chg="add del">
        <pc:chgData name="Séamus Cummins" userId="9cbc4947-2644-4ffd-8985-8dfea9f9d8f2" providerId="ADAL" clId="{52D3679E-C8EB-4FED-9467-7F6E2156AACE}" dt="2026-10-06T08:11:30.754" v="80" actId="47"/>
        <pc:sldMkLst>
          <pc:docMk/>
          <pc:sldMk cId="1436747222" sldId="276"/>
        </pc:sldMkLst>
      </pc:sldChg>
      <pc:sldChg chg="add del">
        <pc:chgData name="Séamus Cummins" userId="9cbc4947-2644-4ffd-8985-8dfea9f9d8f2" providerId="ADAL" clId="{52D3679E-C8EB-4FED-9467-7F6E2156AACE}" dt="2026-10-07T10:18:41.246" v="287" actId="47"/>
        <pc:sldMkLst>
          <pc:docMk/>
          <pc:sldMk cId="1992840236" sldId="276"/>
        </pc:sldMkLst>
      </pc:sldChg>
      <pc:sldChg chg="add del">
        <pc:chgData name="Séamus Cummins" userId="9cbc4947-2644-4ffd-8985-8dfea9f9d8f2" providerId="ADAL" clId="{52D3679E-C8EB-4FED-9467-7F6E2156AACE}" dt="2026-10-06T08:04:45.652" v="32" actId="47"/>
        <pc:sldMkLst>
          <pc:docMk/>
          <pc:sldMk cId="2523703649" sldId="276"/>
        </pc:sldMkLst>
      </pc:sldChg>
      <pc:sldChg chg="add del">
        <pc:chgData name="Séamus Cummins" userId="9cbc4947-2644-4ffd-8985-8dfea9f9d8f2" providerId="ADAL" clId="{52D3679E-C8EB-4FED-9467-7F6E2156AACE}" dt="2026-10-06T08:17:00.981" v="141" actId="47"/>
        <pc:sldMkLst>
          <pc:docMk/>
          <pc:sldMk cId="3622550730" sldId="277"/>
        </pc:sldMkLst>
      </pc:sldChg>
      <pc:sldChg chg="add del">
        <pc:chgData name="Séamus Cummins" userId="9cbc4947-2644-4ffd-8985-8dfea9f9d8f2" providerId="ADAL" clId="{52D3679E-C8EB-4FED-9467-7F6E2156AACE}" dt="2026-10-06T08:23:22.788" v="182" actId="47"/>
        <pc:sldMkLst>
          <pc:docMk/>
          <pc:sldMk cId="3899145710" sldId="277"/>
        </pc:sldMkLst>
      </pc:sldChg>
      <pc:sldChg chg="add del">
        <pc:chgData name="Séamus Cummins" userId="9cbc4947-2644-4ffd-8985-8dfea9f9d8f2" providerId="ADAL" clId="{52D3679E-C8EB-4FED-9467-7F6E2156AACE}" dt="2026-10-06T08:04:45.838" v="33" actId="47"/>
        <pc:sldMkLst>
          <pc:docMk/>
          <pc:sldMk cId="4069243851" sldId="277"/>
        </pc:sldMkLst>
      </pc:sldChg>
      <pc:sldChg chg="add del">
        <pc:chgData name="Séamus Cummins" userId="9cbc4947-2644-4ffd-8985-8dfea9f9d8f2" providerId="ADAL" clId="{52D3679E-C8EB-4FED-9467-7F6E2156AACE}" dt="2026-10-07T10:18:40.992" v="286" actId="47"/>
        <pc:sldMkLst>
          <pc:docMk/>
          <pc:sldMk cId="4136738893" sldId="277"/>
        </pc:sldMkLst>
      </pc:sldChg>
      <pc:sldChg chg="add del">
        <pc:chgData name="Séamus Cummins" userId="9cbc4947-2644-4ffd-8985-8dfea9f9d8f2" providerId="ADAL" clId="{52D3679E-C8EB-4FED-9467-7F6E2156AACE}" dt="2026-10-06T08:04:46.062" v="34" actId="47"/>
        <pc:sldMkLst>
          <pc:docMk/>
          <pc:sldMk cId="7276372" sldId="278"/>
        </pc:sldMkLst>
      </pc:sldChg>
      <pc:sldChg chg="modSp add del mod modNotesTx">
        <pc:chgData name="Séamus Cummins" userId="9cbc4947-2644-4ffd-8985-8dfea9f9d8f2" providerId="ADAL" clId="{52D3679E-C8EB-4FED-9467-7F6E2156AACE}" dt="2026-10-06T08:17:02.428" v="158" actId="47"/>
        <pc:sldMkLst>
          <pc:docMk/>
          <pc:sldMk cId="152123040" sldId="278"/>
        </pc:sldMkLst>
        <pc:spChg chg="mod">
          <ac:chgData name="Séamus Cummins" userId="9cbc4947-2644-4ffd-8985-8dfea9f9d8f2" providerId="ADAL" clId="{52D3679E-C8EB-4FED-9467-7F6E2156AACE}" dt="2026-10-06T08:12:18.787" v="116" actId="313"/>
          <ac:spMkLst>
            <pc:docMk/>
            <pc:sldMk cId="152123040" sldId="278"/>
            <ac:spMk id="2" creationId="{5E44FE7F-ADB4-4524-8037-59FD792EF0AB}"/>
          </ac:spMkLst>
        </pc:spChg>
        <pc:spChg chg="mod">
          <ac:chgData name="Séamus Cummins" userId="9cbc4947-2644-4ffd-8985-8dfea9f9d8f2" providerId="ADAL" clId="{52D3679E-C8EB-4FED-9467-7F6E2156AACE}" dt="2026-10-06T08:12:20.057" v="117" actId="313"/>
          <ac:spMkLst>
            <pc:docMk/>
            <pc:sldMk cId="152123040" sldId="278"/>
            <ac:spMk id="4" creationId="{9DEAAC90-77B9-4343-8984-0B15BA6336EB}"/>
          </ac:spMkLst>
        </pc:spChg>
        <pc:spChg chg="mod">
          <ac:chgData name="Séamus Cummins" userId="9cbc4947-2644-4ffd-8985-8dfea9f9d8f2" providerId="ADAL" clId="{52D3679E-C8EB-4FED-9467-7F6E2156AACE}" dt="2026-10-06T08:11:58.551" v="87" actId="20577"/>
          <ac:spMkLst>
            <pc:docMk/>
            <pc:sldMk cId="152123040" sldId="278"/>
            <ac:spMk id="9" creationId="{3B53A915-1B9C-4AA7-9371-6E4E5B14CA78}"/>
          </ac:spMkLst>
        </pc:spChg>
      </pc:sldChg>
      <pc:sldChg chg="add del">
        <pc:chgData name="Séamus Cummins" userId="9cbc4947-2644-4ffd-8985-8dfea9f9d8f2" providerId="ADAL" clId="{52D3679E-C8EB-4FED-9467-7F6E2156AACE}" dt="2026-10-06T08:07:04.179" v="48" actId="47"/>
        <pc:sldMkLst>
          <pc:docMk/>
          <pc:sldMk cId="656004185" sldId="278"/>
        </pc:sldMkLst>
      </pc:sldChg>
      <pc:sldChg chg="add del">
        <pc:chgData name="Séamus Cummins" userId="9cbc4947-2644-4ffd-8985-8dfea9f9d8f2" providerId="ADAL" clId="{52D3679E-C8EB-4FED-9467-7F6E2156AACE}" dt="2026-10-07T10:18:40.706" v="285" actId="47"/>
        <pc:sldMkLst>
          <pc:docMk/>
          <pc:sldMk cId="1481984743" sldId="278"/>
        </pc:sldMkLst>
      </pc:sldChg>
      <pc:sldChg chg="add del">
        <pc:chgData name="Séamus Cummins" userId="9cbc4947-2644-4ffd-8985-8dfea9f9d8f2" providerId="ADAL" clId="{52D3679E-C8EB-4FED-9467-7F6E2156AACE}" dt="2026-10-06T08:23:22.820" v="183" actId="47"/>
        <pc:sldMkLst>
          <pc:docMk/>
          <pc:sldMk cId="3007907751" sldId="278"/>
        </pc:sldMkLst>
      </pc:sldChg>
      <pc:sldChg chg="add del">
        <pc:chgData name="Séamus Cummins" userId="9cbc4947-2644-4ffd-8985-8dfea9f9d8f2" providerId="ADAL" clId="{52D3679E-C8EB-4FED-9467-7F6E2156AACE}" dt="2026-10-07T10:18:40.309" v="284" actId="47"/>
        <pc:sldMkLst>
          <pc:docMk/>
          <pc:sldMk cId="607921987" sldId="279"/>
        </pc:sldMkLst>
      </pc:sldChg>
      <pc:sldChg chg="add del">
        <pc:chgData name="Séamus Cummins" userId="9cbc4947-2644-4ffd-8985-8dfea9f9d8f2" providerId="ADAL" clId="{52D3679E-C8EB-4FED-9467-7F6E2156AACE}" dt="2026-10-06T08:04:46.271" v="35" actId="47"/>
        <pc:sldMkLst>
          <pc:docMk/>
          <pc:sldMk cId="1828809527" sldId="279"/>
        </pc:sldMkLst>
      </pc:sldChg>
      <pc:sldChg chg="add del">
        <pc:chgData name="Séamus Cummins" userId="9cbc4947-2644-4ffd-8985-8dfea9f9d8f2" providerId="ADAL" clId="{52D3679E-C8EB-4FED-9467-7F6E2156AACE}" dt="2026-10-06T08:23:22.851" v="184" actId="47"/>
        <pc:sldMkLst>
          <pc:docMk/>
          <pc:sldMk cId="2623911266" sldId="279"/>
        </pc:sldMkLst>
      </pc:sldChg>
      <pc:sldChg chg="add del">
        <pc:chgData name="Séamus Cummins" userId="9cbc4947-2644-4ffd-8985-8dfea9f9d8f2" providerId="ADAL" clId="{52D3679E-C8EB-4FED-9467-7F6E2156AACE}" dt="2026-10-06T08:07:04.211" v="49" actId="47"/>
        <pc:sldMkLst>
          <pc:docMk/>
          <pc:sldMk cId="3234565543" sldId="279"/>
        </pc:sldMkLst>
      </pc:sldChg>
      <pc:sldChg chg="add del">
        <pc:chgData name="Séamus Cummins" userId="9cbc4947-2644-4ffd-8985-8dfea9f9d8f2" providerId="ADAL" clId="{52D3679E-C8EB-4FED-9467-7F6E2156AACE}" dt="2026-10-06T08:23:22.883" v="185" actId="47"/>
        <pc:sldMkLst>
          <pc:docMk/>
          <pc:sldMk cId="286962234" sldId="280"/>
        </pc:sldMkLst>
      </pc:sldChg>
      <pc:sldChg chg="add del">
        <pc:chgData name="Séamus Cummins" userId="9cbc4947-2644-4ffd-8985-8dfea9f9d8f2" providerId="ADAL" clId="{52D3679E-C8EB-4FED-9467-7F6E2156AACE}" dt="2026-10-06T08:07:03.132" v="41" actId="47"/>
        <pc:sldMkLst>
          <pc:docMk/>
          <pc:sldMk cId="813555696" sldId="280"/>
        </pc:sldMkLst>
      </pc:sldChg>
      <pc:sldChg chg="del">
        <pc:chgData name="Séamus Cummins" userId="9cbc4947-2644-4ffd-8985-8dfea9f9d8f2" providerId="ADAL" clId="{52D3679E-C8EB-4FED-9467-7F6E2156AACE}" dt="2026-10-06T08:01:11.729" v="8" actId="2696"/>
        <pc:sldMkLst>
          <pc:docMk/>
          <pc:sldMk cId="3266469419" sldId="280"/>
        </pc:sldMkLst>
      </pc:sldChg>
      <pc:sldChg chg="add del">
        <pc:chgData name="Séamus Cummins" userId="9cbc4947-2644-4ffd-8985-8dfea9f9d8f2" providerId="ADAL" clId="{52D3679E-C8EB-4FED-9467-7F6E2156AACE}" dt="2026-10-07T10:18:39.960" v="283" actId="47"/>
        <pc:sldMkLst>
          <pc:docMk/>
          <pc:sldMk cId="4265387564" sldId="280"/>
        </pc:sldMkLst>
      </pc:sldChg>
      <pc:sldChg chg="add del">
        <pc:chgData name="Séamus Cummins" userId="9cbc4947-2644-4ffd-8985-8dfea9f9d8f2" providerId="ADAL" clId="{52D3679E-C8EB-4FED-9467-7F6E2156AACE}" dt="2026-10-06T08:23:22.914" v="186" actId="47"/>
        <pc:sldMkLst>
          <pc:docMk/>
          <pc:sldMk cId="311599166" sldId="281"/>
        </pc:sldMkLst>
      </pc:sldChg>
      <pc:sldChg chg="add del">
        <pc:chgData name="Séamus Cummins" userId="9cbc4947-2644-4ffd-8985-8dfea9f9d8f2" providerId="ADAL" clId="{52D3679E-C8EB-4FED-9467-7F6E2156AACE}" dt="2026-10-06T08:04:47.091" v="37" actId="47"/>
        <pc:sldMkLst>
          <pc:docMk/>
          <pc:sldMk cId="2161472291" sldId="281"/>
        </pc:sldMkLst>
      </pc:sldChg>
      <pc:sldChg chg="add del">
        <pc:chgData name="Séamus Cummins" userId="9cbc4947-2644-4ffd-8985-8dfea9f9d8f2" providerId="ADAL" clId="{52D3679E-C8EB-4FED-9467-7F6E2156AACE}" dt="2026-10-07T10:18:39.674" v="282" actId="47"/>
        <pc:sldMkLst>
          <pc:docMk/>
          <pc:sldMk cId="3711672974" sldId="281"/>
        </pc:sldMkLst>
      </pc:sldChg>
      <pc:sldChg chg="add del">
        <pc:chgData name="Séamus Cummins" userId="9cbc4947-2644-4ffd-8985-8dfea9f9d8f2" providerId="ADAL" clId="{52D3679E-C8EB-4FED-9467-7F6E2156AACE}" dt="2026-10-07T10:18:39.355" v="281" actId="47"/>
        <pc:sldMkLst>
          <pc:docMk/>
          <pc:sldMk cId="1033267863" sldId="282"/>
        </pc:sldMkLst>
      </pc:sldChg>
      <pc:sldChg chg="del">
        <pc:chgData name="Séamus Cummins" userId="9cbc4947-2644-4ffd-8985-8dfea9f9d8f2" providerId="ADAL" clId="{52D3679E-C8EB-4FED-9467-7F6E2156AACE}" dt="2026-10-06T08:01:03.400" v="7" actId="2696"/>
        <pc:sldMkLst>
          <pc:docMk/>
          <pc:sldMk cId="1500480277" sldId="282"/>
        </pc:sldMkLst>
      </pc:sldChg>
      <pc:sldChg chg="add del">
        <pc:chgData name="Séamus Cummins" userId="9cbc4947-2644-4ffd-8985-8dfea9f9d8f2" providerId="ADAL" clId="{52D3679E-C8EB-4FED-9467-7F6E2156AACE}" dt="2026-10-06T08:23:22.959" v="187" actId="47"/>
        <pc:sldMkLst>
          <pc:docMk/>
          <pc:sldMk cId="3889884883" sldId="282"/>
        </pc:sldMkLst>
      </pc:sldChg>
      <pc:sldChg chg="add del">
        <pc:chgData name="Séamus Cummins" userId="9cbc4947-2644-4ffd-8985-8dfea9f9d8f2" providerId="ADAL" clId="{52D3679E-C8EB-4FED-9467-7F6E2156AACE}" dt="2026-10-06T08:23:22.980" v="188" actId="47"/>
        <pc:sldMkLst>
          <pc:docMk/>
          <pc:sldMk cId="434634040" sldId="283"/>
        </pc:sldMkLst>
      </pc:sldChg>
      <pc:sldChg chg="add del">
        <pc:chgData name="Séamus Cummins" userId="9cbc4947-2644-4ffd-8985-8dfea9f9d8f2" providerId="ADAL" clId="{52D3679E-C8EB-4FED-9467-7F6E2156AACE}" dt="2026-10-07T10:18:38.736" v="280" actId="47"/>
        <pc:sldMkLst>
          <pc:docMk/>
          <pc:sldMk cId="1733532505" sldId="283"/>
        </pc:sldMkLst>
      </pc:sldChg>
      <pc:sldChg chg="addSp delSp new del mod">
        <pc:chgData name="Séamus Cummins" userId="9cbc4947-2644-4ffd-8985-8dfea9f9d8f2" providerId="ADAL" clId="{52D3679E-C8EB-4FED-9467-7F6E2156AACE}" dt="2026-10-06T08:01:16.554" v="10" actId="2696"/>
        <pc:sldMkLst>
          <pc:docMk/>
          <pc:sldMk cId="2506888096" sldId="283"/>
        </pc:sldMkLst>
      </pc:sldChg>
      <pc:sldChg chg="add del">
        <pc:chgData name="Séamus Cummins" userId="9cbc4947-2644-4ffd-8985-8dfea9f9d8f2" providerId="ADAL" clId="{52D3679E-C8EB-4FED-9467-7F6E2156AACE}" dt="2026-10-06T08:23:23.014" v="189" actId="47"/>
        <pc:sldMkLst>
          <pc:docMk/>
          <pc:sldMk cId="492506950" sldId="284"/>
        </pc:sldMkLst>
      </pc:sldChg>
      <pc:sldChg chg="add del">
        <pc:chgData name="Séamus Cummins" userId="9cbc4947-2644-4ffd-8985-8dfea9f9d8f2" providerId="ADAL" clId="{52D3679E-C8EB-4FED-9467-7F6E2156AACE}" dt="2026-10-06T08:04:42.279" v="14" actId="47"/>
        <pc:sldMkLst>
          <pc:docMk/>
          <pc:sldMk cId="1922521677" sldId="284"/>
        </pc:sldMkLst>
      </pc:sldChg>
      <pc:sldChg chg="add del">
        <pc:chgData name="Séamus Cummins" userId="9cbc4947-2644-4ffd-8985-8dfea9f9d8f2" providerId="ADAL" clId="{52D3679E-C8EB-4FED-9467-7F6E2156AACE}" dt="2026-10-07T10:18:38.450" v="279" actId="47"/>
        <pc:sldMkLst>
          <pc:docMk/>
          <pc:sldMk cId="3518099764" sldId="284"/>
        </pc:sldMkLst>
      </pc:sldChg>
      <pc:sldChg chg="add del">
        <pc:chgData name="Séamus Cummins" userId="9cbc4947-2644-4ffd-8985-8dfea9f9d8f2" providerId="ADAL" clId="{52D3679E-C8EB-4FED-9467-7F6E2156AACE}" dt="2026-10-06T08:04:43.794" v="23" actId="47"/>
        <pc:sldMkLst>
          <pc:docMk/>
          <pc:sldMk cId="3129831099" sldId="285"/>
        </pc:sldMkLst>
      </pc:sldChg>
      <pc:sldChg chg="add del">
        <pc:chgData name="Séamus Cummins" userId="9cbc4947-2644-4ffd-8985-8dfea9f9d8f2" providerId="ADAL" clId="{52D3679E-C8EB-4FED-9467-7F6E2156AACE}" dt="2026-10-06T08:23:23.049" v="190" actId="47"/>
        <pc:sldMkLst>
          <pc:docMk/>
          <pc:sldMk cId="3296147769" sldId="285"/>
        </pc:sldMkLst>
      </pc:sldChg>
      <pc:sldChg chg="add del">
        <pc:chgData name="Séamus Cummins" userId="9cbc4947-2644-4ffd-8985-8dfea9f9d8f2" providerId="ADAL" clId="{52D3679E-C8EB-4FED-9467-7F6E2156AACE}" dt="2026-10-07T10:18:38.149" v="278" actId="47"/>
        <pc:sldMkLst>
          <pc:docMk/>
          <pc:sldMk cId="4065245697" sldId="285"/>
        </pc:sldMkLst>
      </pc:sldChg>
      <pc:sldChg chg="add del">
        <pc:chgData name="Séamus Cummins" userId="9cbc4947-2644-4ffd-8985-8dfea9f9d8f2" providerId="ADAL" clId="{52D3679E-C8EB-4FED-9467-7F6E2156AACE}" dt="2026-10-06T08:04:43.976" v="24" actId="47"/>
        <pc:sldMkLst>
          <pc:docMk/>
          <pc:sldMk cId="1047781012" sldId="286"/>
        </pc:sldMkLst>
      </pc:sldChg>
      <pc:sldChg chg="add del">
        <pc:chgData name="Séamus Cummins" userId="9cbc4947-2644-4ffd-8985-8dfea9f9d8f2" providerId="ADAL" clId="{52D3679E-C8EB-4FED-9467-7F6E2156AACE}" dt="2026-10-07T10:18:37.910" v="277" actId="47"/>
        <pc:sldMkLst>
          <pc:docMk/>
          <pc:sldMk cId="1486531026" sldId="286"/>
        </pc:sldMkLst>
      </pc:sldChg>
      <pc:sldChg chg="add del">
        <pc:chgData name="Séamus Cummins" userId="9cbc4947-2644-4ffd-8985-8dfea9f9d8f2" providerId="ADAL" clId="{52D3679E-C8EB-4FED-9467-7F6E2156AACE}" dt="2026-10-06T08:23:23.080" v="191" actId="47"/>
        <pc:sldMkLst>
          <pc:docMk/>
          <pc:sldMk cId="1649674184" sldId="286"/>
        </pc:sldMkLst>
      </pc:sldChg>
      <pc:sldChg chg="add del">
        <pc:chgData name="Séamus Cummins" userId="9cbc4947-2644-4ffd-8985-8dfea9f9d8f2" providerId="ADAL" clId="{52D3679E-C8EB-4FED-9467-7F6E2156AACE}" dt="2026-10-06T08:04:44.905" v="29" actId="47"/>
        <pc:sldMkLst>
          <pc:docMk/>
          <pc:sldMk cId="2641402152" sldId="287"/>
        </pc:sldMkLst>
      </pc:sldChg>
      <pc:sldChg chg="add del">
        <pc:chgData name="Séamus Cummins" userId="9cbc4947-2644-4ffd-8985-8dfea9f9d8f2" providerId="ADAL" clId="{52D3679E-C8EB-4FED-9467-7F6E2156AACE}" dt="2026-10-06T08:23:23.110" v="192" actId="47"/>
        <pc:sldMkLst>
          <pc:docMk/>
          <pc:sldMk cId="2904343042" sldId="287"/>
        </pc:sldMkLst>
      </pc:sldChg>
      <pc:sldChg chg="add del">
        <pc:chgData name="Séamus Cummins" userId="9cbc4947-2644-4ffd-8985-8dfea9f9d8f2" providerId="ADAL" clId="{52D3679E-C8EB-4FED-9467-7F6E2156AACE}" dt="2026-10-07T10:18:37.625" v="276" actId="47"/>
        <pc:sldMkLst>
          <pc:docMk/>
          <pc:sldMk cId="3839800904" sldId="287"/>
        </pc:sldMkLst>
      </pc:sldChg>
      <pc:sldChg chg="add del">
        <pc:chgData name="Séamus Cummins" userId="9cbc4947-2644-4ffd-8985-8dfea9f9d8f2" providerId="ADAL" clId="{52D3679E-C8EB-4FED-9467-7F6E2156AACE}" dt="2026-10-06T08:23:23.160" v="193" actId="47"/>
        <pc:sldMkLst>
          <pc:docMk/>
          <pc:sldMk cId="1501845437" sldId="288"/>
        </pc:sldMkLst>
      </pc:sldChg>
      <pc:sldChg chg="add del">
        <pc:chgData name="Séamus Cummins" userId="9cbc4947-2644-4ffd-8985-8dfea9f9d8f2" providerId="ADAL" clId="{52D3679E-C8EB-4FED-9467-7F6E2156AACE}" dt="2026-10-07T10:18:37.197" v="275" actId="47"/>
        <pc:sldMkLst>
          <pc:docMk/>
          <pc:sldMk cId="1581775278" sldId="288"/>
        </pc:sldMkLst>
      </pc:sldChg>
      <pc:sldChg chg="add del">
        <pc:chgData name="Séamus Cummins" userId="9cbc4947-2644-4ffd-8985-8dfea9f9d8f2" providerId="ADAL" clId="{52D3679E-C8EB-4FED-9467-7F6E2156AACE}" dt="2026-10-06T08:04:45.076" v="30" actId="47"/>
        <pc:sldMkLst>
          <pc:docMk/>
          <pc:sldMk cId="2670455763" sldId="288"/>
        </pc:sldMkLst>
      </pc:sldChg>
      <pc:sldChg chg="add del">
        <pc:chgData name="Séamus Cummins" userId="9cbc4947-2644-4ffd-8985-8dfea9f9d8f2" providerId="ADAL" clId="{52D3679E-C8EB-4FED-9467-7F6E2156AACE}" dt="2026-10-06T08:04:46.658" v="36" actId="47"/>
        <pc:sldMkLst>
          <pc:docMk/>
          <pc:sldMk cId="179288719" sldId="289"/>
        </pc:sldMkLst>
      </pc:sldChg>
      <pc:sldChg chg="add del">
        <pc:chgData name="Séamus Cummins" userId="9cbc4947-2644-4ffd-8985-8dfea9f9d8f2" providerId="ADAL" clId="{52D3679E-C8EB-4FED-9467-7F6E2156AACE}" dt="2026-10-07T10:18:36.942" v="274" actId="47"/>
        <pc:sldMkLst>
          <pc:docMk/>
          <pc:sldMk cId="1941316448" sldId="289"/>
        </pc:sldMkLst>
      </pc:sldChg>
      <pc:sldChg chg="add del">
        <pc:chgData name="Séamus Cummins" userId="9cbc4947-2644-4ffd-8985-8dfea9f9d8f2" providerId="ADAL" clId="{52D3679E-C8EB-4FED-9467-7F6E2156AACE}" dt="2026-10-06T08:23:23.194" v="194" actId="47"/>
        <pc:sldMkLst>
          <pc:docMk/>
          <pc:sldMk cId="3142521808" sldId="289"/>
        </pc:sldMkLst>
      </pc:sldChg>
      <pc:sldChg chg="add del">
        <pc:chgData name="Séamus Cummins" userId="9cbc4947-2644-4ffd-8985-8dfea9f9d8f2" providerId="ADAL" clId="{52D3679E-C8EB-4FED-9467-7F6E2156AACE}" dt="2026-10-07T10:18:36.736" v="273" actId="47"/>
        <pc:sldMkLst>
          <pc:docMk/>
          <pc:sldMk cId="969763889" sldId="290"/>
        </pc:sldMkLst>
      </pc:sldChg>
      <pc:sldChg chg="add del">
        <pc:chgData name="Séamus Cummins" userId="9cbc4947-2644-4ffd-8985-8dfea9f9d8f2" providerId="ADAL" clId="{52D3679E-C8EB-4FED-9467-7F6E2156AACE}" dt="2026-10-06T08:23:23.220" v="195" actId="47"/>
        <pc:sldMkLst>
          <pc:docMk/>
          <pc:sldMk cId="1098851219" sldId="290"/>
        </pc:sldMkLst>
      </pc:sldChg>
      <pc:sldChg chg="add del">
        <pc:chgData name="Séamus Cummins" userId="9cbc4947-2644-4ffd-8985-8dfea9f9d8f2" providerId="ADAL" clId="{52D3679E-C8EB-4FED-9467-7F6E2156AACE}" dt="2026-10-06T08:23:23.255" v="196" actId="47"/>
        <pc:sldMkLst>
          <pc:docMk/>
          <pc:sldMk cId="291543641" sldId="291"/>
        </pc:sldMkLst>
      </pc:sldChg>
      <pc:sldChg chg="add del">
        <pc:chgData name="Séamus Cummins" userId="9cbc4947-2644-4ffd-8985-8dfea9f9d8f2" providerId="ADAL" clId="{52D3679E-C8EB-4FED-9467-7F6E2156AACE}" dt="2026-10-07T10:18:36.434" v="272" actId="47"/>
        <pc:sldMkLst>
          <pc:docMk/>
          <pc:sldMk cId="1038503835" sldId="291"/>
        </pc:sldMkLst>
      </pc:sldChg>
      <pc:sldChg chg="add del">
        <pc:chgData name="Séamus Cummins" userId="9cbc4947-2644-4ffd-8985-8dfea9f9d8f2" providerId="ADAL" clId="{52D3679E-C8EB-4FED-9467-7F6E2156AACE}" dt="2026-10-07T10:18:27.894" v="240" actId="47"/>
        <pc:sldMkLst>
          <pc:docMk/>
          <pc:sldMk cId="1760778882" sldId="292"/>
        </pc:sldMkLst>
      </pc:sldChg>
      <pc:sldChg chg="add del">
        <pc:chgData name="Séamus Cummins" userId="9cbc4947-2644-4ffd-8985-8dfea9f9d8f2" providerId="ADAL" clId="{52D3679E-C8EB-4FED-9467-7F6E2156AACE}" dt="2026-10-06T08:23:23.285" v="197" actId="47"/>
        <pc:sldMkLst>
          <pc:docMk/>
          <pc:sldMk cId="2342054275" sldId="292"/>
        </pc:sldMkLst>
      </pc:sldChg>
      <pc:sldChg chg="add del">
        <pc:chgData name="Séamus Cummins" userId="9cbc4947-2644-4ffd-8985-8dfea9f9d8f2" providerId="ADAL" clId="{52D3679E-C8EB-4FED-9467-7F6E2156AACE}" dt="2026-10-07T10:18:28.211" v="241" actId="47"/>
        <pc:sldMkLst>
          <pc:docMk/>
          <pc:sldMk cId="1640996038" sldId="293"/>
        </pc:sldMkLst>
      </pc:sldChg>
      <pc:sldChg chg="add del">
        <pc:chgData name="Séamus Cummins" userId="9cbc4947-2644-4ffd-8985-8dfea9f9d8f2" providerId="ADAL" clId="{52D3679E-C8EB-4FED-9467-7F6E2156AACE}" dt="2026-10-06T08:23:23.320" v="198" actId="47"/>
        <pc:sldMkLst>
          <pc:docMk/>
          <pc:sldMk cId="2030913422" sldId="293"/>
        </pc:sldMkLst>
      </pc:sldChg>
      <pc:sldChg chg="add del">
        <pc:chgData name="Séamus Cummins" userId="9cbc4947-2644-4ffd-8985-8dfea9f9d8f2" providerId="ADAL" clId="{52D3679E-C8EB-4FED-9467-7F6E2156AACE}" dt="2026-10-06T08:23:23.350" v="199" actId="47"/>
        <pc:sldMkLst>
          <pc:docMk/>
          <pc:sldMk cId="1906347751" sldId="294"/>
        </pc:sldMkLst>
      </pc:sldChg>
      <pc:sldChg chg="add del">
        <pc:chgData name="Séamus Cummins" userId="9cbc4947-2644-4ffd-8985-8dfea9f9d8f2" providerId="ADAL" clId="{52D3679E-C8EB-4FED-9467-7F6E2156AACE}" dt="2026-10-07T10:18:28.465" v="242" actId="47"/>
        <pc:sldMkLst>
          <pc:docMk/>
          <pc:sldMk cId="3945092056" sldId="294"/>
        </pc:sldMkLst>
      </pc:sldChg>
      <pc:sldChg chg="add del">
        <pc:chgData name="Séamus Cummins" userId="9cbc4947-2644-4ffd-8985-8dfea9f9d8f2" providerId="ADAL" clId="{52D3679E-C8EB-4FED-9467-7F6E2156AACE}" dt="2026-10-06T08:23:23.380" v="200" actId="47"/>
        <pc:sldMkLst>
          <pc:docMk/>
          <pc:sldMk cId="1384654480" sldId="295"/>
        </pc:sldMkLst>
      </pc:sldChg>
      <pc:sldChg chg="add del">
        <pc:chgData name="Séamus Cummins" userId="9cbc4947-2644-4ffd-8985-8dfea9f9d8f2" providerId="ADAL" clId="{52D3679E-C8EB-4FED-9467-7F6E2156AACE}" dt="2026-10-07T10:18:28.640" v="243" actId="47"/>
        <pc:sldMkLst>
          <pc:docMk/>
          <pc:sldMk cId="3125440102" sldId="295"/>
        </pc:sldMkLst>
      </pc:sldChg>
      <pc:sldChg chg="add del">
        <pc:chgData name="Séamus Cummins" userId="9cbc4947-2644-4ffd-8985-8dfea9f9d8f2" providerId="ADAL" clId="{52D3679E-C8EB-4FED-9467-7F6E2156AACE}" dt="2026-10-07T10:18:28.798" v="244" actId="47"/>
        <pc:sldMkLst>
          <pc:docMk/>
          <pc:sldMk cId="760663611" sldId="296"/>
        </pc:sldMkLst>
      </pc:sldChg>
      <pc:sldChg chg="add del">
        <pc:chgData name="Séamus Cummins" userId="9cbc4947-2644-4ffd-8985-8dfea9f9d8f2" providerId="ADAL" clId="{52D3679E-C8EB-4FED-9467-7F6E2156AACE}" dt="2026-10-06T08:23:23.410" v="201" actId="47"/>
        <pc:sldMkLst>
          <pc:docMk/>
          <pc:sldMk cId="3271114829" sldId="296"/>
        </pc:sldMkLst>
      </pc:sldChg>
      <pc:sldChg chg="add del">
        <pc:chgData name="Séamus Cummins" userId="9cbc4947-2644-4ffd-8985-8dfea9f9d8f2" providerId="ADAL" clId="{52D3679E-C8EB-4FED-9467-7F6E2156AACE}" dt="2026-10-06T08:23:21.630" v="161" actId="47"/>
        <pc:sldMkLst>
          <pc:docMk/>
          <pc:sldMk cId="3622550730" sldId="297"/>
        </pc:sldMkLst>
      </pc:sldChg>
      <pc:sldChg chg="add del">
        <pc:chgData name="Séamus Cummins" userId="9cbc4947-2644-4ffd-8985-8dfea9f9d8f2" providerId="ADAL" clId="{52D3679E-C8EB-4FED-9467-7F6E2156AACE}" dt="2026-10-07T10:18:28.941" v="245" actId="47"/>
        <pc:sldMkLst>
          <pc:docMk/>
          <pc:sldMk cId="4032697609" sldId="297"/>
        </pc:sldMkLst>
      </pc:sldChg>
      <pc:sldChg chg="add del">
        <pc:chgData name="Séamus Cummins" userId="9cbc4947-2644-4ffd-8985-8dfea9f9d8f2" providerId="ADAL" clId="{52D3679E-C8EB-4FED-9467-7F6E2156AACE}" dt="2026-10-07T10:18:29.100" v="246" actId="47"/>
        <pc:sldMkLst>
          <pc:docMk/>
          <pc:sldMk cId="2941077140" sldId="298"/>
        </pc:sldMkLst>
      </pc:sldChg>
      <pc:sldChg chg="add del">
        <pc:chgData name="Séamus Cummins" userId="9cbc4947-2644-4ffd-8985-8dfea9f9d8f2" providerId="ADAL" clId="{52D3679E-C8EB-4FED-9467-7F6E2156AACE}" dt="2026-10-07T10:18:29.291" v="247" actId="47"/>
        <pc:sldMkLst>
          <pc:docMk/>
          <pc:sldMk cId="3180408032" sldId="299"/>
        </pc:sldMkLst>
      </pc:sldChg>
      <pc:sldChg chg="add del">
        <pc:chgData name="Séamus Cummins" userId="9cbc4947-2644-4ffd-8985-8dfea9f9d8f2" providerId="ADAL" clId="{52D3679E-C8EB-4FED-9467-7F6E2156AACE}" dt="2026-10-07T10:18:29.497" v="248" actId="47"/>
        <pc:sldMkLst>
          <pc:docMk/>
          <pc:sldMk cId="644448399" sldId="300"/>
        </pc:sldMkLst>
      </pc:sldChg>
      <pc:sldChg chg="add del">
        <pc:chgData name="Séamus Cummins" userId="9cbc4947-2644-4ffd-8985-8dfea9f9d8f2" providerId="ADAL" clId="{52D3679E-C8EB-4FED-9467-7F6E2156AACE}" dt="2026-10-07T10:18:29.719" v="249" actId="47"/>
        <pc:sldMkLst>
          <pc:docMk/>
          <pc:sldMk cId="1012385342" sldId="301"/>
        </pc:sldMkLst>
      </pc:sldChg>
      <pc:sldChg chg="add del">
        <pc:chgData name="Séamus Cummins" userId="9cbc4947-2644-4ffd-8985-8dfea9f9d8f2" providerId="ADAL" clId="{52D3679E-C8EB-4FED-9467-7F6E2156AACE}" dt="2026-10-07T10:18:29.941" v="250" actId="47"/>
        <pc:sldMkLst>
          <pc:docMk/>
          <pc:sldMk cId="3382998781" sldId="302"/>
        </pc:sldMkLst>
      </pc:sldChg>
      <pc:sldChg chg="add del">
        <pc:chgData name="Séamus Cummins" userId="9cbc4947-2644-4ffd-8985-8dfea9f9d8f2" providerId="ADAL" clId="{52D3679E-C8EB-4FED-9467-7F6E2156AACE}" dt="2026-10-07T10:18:30.179" v="251" actId="47"/>
        <pc:sldMkLst>
          <pc:docMk/>
          <pc:sldMk cId="2197507585" sldId="303"/>
        </pc:sldMkLst>
      </pc:sldChg>
      <pc:sldChg chg="add del">
        <pc:chgData name="Séamus Cummins" userId="9cbc4947-2644-4ffd-8985-8dfea9f9d8f2" providerId="ADAL" clId="{52D3679E-C8EB-4FED-9467-7F6E2156AACE}" dt="2026-10-07T10:18:30.369" v="252" actId="47"/>
        <pc:sldMkLst>
          <pc:docMk/>
          <pc:sldMk cId="1222196977" sldId="304"/>
        </pc:sldMkLst>
      </pc:sldChg>
      <pc:sldChg chg="add del">
        <pc:chgData name="Séamus Cummins" userId="9cbc4947-2644-4ffd-8985-8dfea9f9d8f2" providerId="ADAL" clId="{52D3679E-C8EB-4FED-9467-7F6E2156AACE}" dt="2026-10-07T10:18:30.861" v="253" actId="47"/>
        <pc:sldMkLst>
          <pc:docMk/>
          <pc:sldMk cId="1487322279" sldId="305"/>
        </pc:sldMkLst>
      </pc:sldChg>
      <pc:sldChg chg="add del">
        <pc:chgData name="Séamus Cummins" userId="9cbc4947-2644-4ffd-8985-8dfea9f9d8f2" providerId="ADAL" clId="{52D3679E-C8EB-4FED-9467-7F6E2156AACE}" dt="2026-10-07T10:18:31.146" v="254" actId="47"/>
        <pc:sldMkLst>
          <pc:docMk/>
          <pc:sldMk cId="1846047739" sldId="306"/>
        </pc:sldMkLst>
      </pc:sldChg>
      <pc:sldChg chg="add del">
        <pc:chgData name="Séamus Cummins" userId="9cbc4947-2644-4ffd-8985-8dfea9f9d8f2" providerId="ADAL" clId="{52D3679E-C8EB-4FED-9467-7F6E2156AACE}" dt="2026-10-07T10:18:31.448" v="255" actId="47"/>
        <pc:sldMkLst>
          <pc:docMk/>
          <pc:sldMk cId="3836838503" sldId="307"/>
        </pc:sldMkLst>
      </pc:sldChg>
      <pc:sldChg chg="add del">
        <pc:chgData name="Séamus Cummins" userId="9cbc4947-2644-4ffd-8985-8dfea9f9d8f2" providerId="ADAL" clId="{52D3679E-C8EB-4FED-9467-7F6E2156AACE}" dt="2026-10-07T10:18:31.749" v="256" actId="47"/>
        <pc:sldMkLst>
          <pc:docMk/>
          <pc:sldMk cId="1792701379" sldId="308"/>
        </pc:sldMkLst>
      </pc:sldChg>
      <pc:sldChg chg="add del">
        <pc:chgData name="Séamus Cummins" userId="9cbc4947-2644-4ffd-8985-8dfea9f9d8f2" providerId="ADAL" clId="{52D3679E-C8EB-4FED-9467-7F6E2156AACE}" dt="2026-10-07T10:18:32.019" v="257" actId="47"/>
        <pc:sldMkLst>
          <pc:docMk/>
          <pc:sldMk cId="3295061258" sldId="309"/>
        </pc:sldMkLst>
      </pc:sldChg>
      <pc:sldChg chg="add del">
        <pc:chgData name="Séamus Cummins" userId="9cbc4947-2644-4ffd-8985-8dfea9f9d8f2" providerId="ADAL" clId="{52D3679E-C8EB-4FED-9467-7F6E2156AACE}" dt="2026-10-07T10:18:32.305" v="258" actId="47"/>
        <pc:sldMkLst>
          <pc:docMk/>
          <pc:sldMk cId="651091020" sldId="310"/>
        </pc:sldMkLst>
      </pc:sldChg>
      <pc:sldChg chg="add del">
        <pc:chgData name="Séamus Cummins" userId="9cbc4947-2644-4ffd-8985-8dfea9f9d8f2" providerId="ADAL" clId="{52D3679E-C8EB-4FED-9467-7F6E2156AACE}" dt="2026-10-07T10:18:32.622" v="259" actId="47"/>
        <pc:sldMkLst>
          <pc:docMk/>
          <pc:sldMk cId="4276487035" sldId="311"/>
        </pc:sldMkLst>
      </pc:sldChg>
      <pc:sldChg chg="add del">
        <pc:chgData name="Séamus Cummins" userId="9cbc4947-2644-4ffd-8985-8dfea9f9d8f2" providerId="ADAL" clId="{52D3679E-C8EB-4FED-9467-7F6E2156AACE}" dt="2026-10-07T10:18:32.956" v="260" actId="47"/>
        <pc:sldMkLst>
          <pc:docMk/>
          <pc:sldMk cId="3838804338" sldId="312"/>
        </pc:sldMkLst>
      </pc:sldChg>
      <pc:sldChg chg="add del">
        <pc:chgData name="Séamus Cummins" userId="9cbc4947-2644-4ffd-8985-8dfea9f9d8f2" providerId="ADAL" clId="{52D3679E-C8EB-4FED-9467-7F6E2156AACE}" dt="2026-10-07T10:18:33.243" v="261" actId="47"/>
        <pc:sldMkLst>
          <pc:docMk/>
          <pc:sldMk cId="3856654766" sldId="313"/>
        </pc:sldMkLst>
      </pc:sldChg>
      <pc:sldChg chg="add del">
        <pc:chgData name="Séamus Cummins" userId="9cbc4947-2644-4ffd-8985-8dfea9f9d8f2" providerId="ADAL" clId="{52D3679E-C8EB-4FED-9467-7F6E2156AACE}" dt="2026-10-07T10:18:33.545" v="262" actId="47"/>
        <pc:sldMkLst>
          <pc:docMk/>
          <pc:sldMk cId="129851732" sldId="314"/>
        </pc:sldMkLst>
      </pc:sldChg>
      <pc:sldChg chg="add del">
        <pc:chgData name="Séamus Cummins" userId="9cbc4947-2644-4ffd-8985-8dfea9f9d8f2" providerId="ADAL" clId="{52D3679E-C8EB-4FED-9467-7F6E2156AACE}" dt="2026-10-07T10:18:33.879" v="263" actId="47"/>
        <pc:sldMkLst>
          <pc:docMk/>
          <pc:sldMk cId="1854548897" sldId="315"/>
        </pc:sldMkLst>
      </pc:sldChg>
      <pc:sldChg chg="add del">
        <pc:chgData name="Séamus Cummins" userId="9cbc4947-2644-4ffd-8985-8dfea9f9d8f2" providerId="ADAL" clId="{52D3679E-C8EB-4FED-9467-7F6E2156AACE}" dt="2026-10-07T10:18:34.118" v="264" actId="47"/>
        <pc:sldMkLst>
          <pc:docMk/>
          <pc:sldMk cId="4002104641" sldId="316"/>
        </pc:sldMkLst>
      </pc:sldChg>
      <pc:sldChg chg="add del">
        <pc:chgData name="Séamus Cummins" userId="9cbc4947-2644-4ffd-8985-8dfea9f9d8f2" providerId="ADAL" clId="{52D3679E-C8EB-4FED-9467-7F6E2156AACE}" dt="2026-10-07T10:18:34.419" v="265" actId="47"/>
        <pc:sldMkLst>
          <pc:docMk/>
          <pc:sldMk cId="3667516500" sldId="317"/>
        </pc:sldMkLst>
      </pc:sldChg>
      <pc:sldChg chg="add del">
        <pc:chgData name="Séamus Cummins" userId="9cbc4947-2644-4ffd-8985-8dfea9f9d8f2" providerId="ADAL" clId="{52D3679E-C8EB-4FED-9467-7F6E2156AACE}" dt="2026-10-07T10:18:34.721" v="266" actId="47"/>
        <pc:sldMkLst>
          <pc:docMk/>
          <pc:sldMk cId="44722078" sldId="318"/>
        </pc:sldMkLst>
      </pc:sldChg>
      <pc:sldChg chg="add del">
        <pc:chgData name="Séamus Cummins" userId="9cbc4947-2644-4ffd-8985-8dfea9f9d8f2" providerId="ADAL" clId="{52D3679E-C8EB-4FED-9467-7F6E2156AACE}" dt="2026-10-07T10:18:35.006" v="267" actId="47"/>
        <pc:sldMkLst>
          <pc:docMk/>
          <pc:sldMk cId="1332015029" sldId="319"/>
        </pc:sldMkLst>
      </pc:sldChg>
      <pc:sldChg chg="add del">
        <pc:chgData name="Séamus Cummins" userId="9cbc4947-2644-4ffd-8985-8dfea9f9d8f2" providerId="ADAL" clId="{52D3679E-C8EB-4FED-9467-7F6E2156AACE}" dt="2026-10-07T10:18:35.260" v="268" actId="47"/>
        <pc:sldMkLst>
          <pc:docMk/>
          <pc:sldMk cId="2852833086" sldId="320"/>
        </pc:sldMkLst>
      </pc:sldChg>
      <pc:sldChg chg="add del">
        <pc:chgData name="Séamus Cummins" userId="9cbc4947-2644-4ffd-8985-8dfea9f9d8f2" providerId="ADAL" clId="{52D3679E-C8EB-4FED-9467-7F6E2156AACE}" dt="2026-10-07T10:18:35.578" v="269" actId="47"/>
        <pc:sldMkLst>
          <pc:docMk/>
          <pc:sldMk cId="3277882008" sldId="321"/>
        </pc:sldMkLst>
      </pc:sldChg>
      <pc:sldChg chg="add del">
        <pc:chgData name="Séamus Cummins" userId="9cbc4947-2644-4ffd-8985-8dfea9f9d8f2" providerId="ADAL" clId="{52D3679E-C8EB-4FED-9467-7F6E2156AACE}" dt="2026-10-07T10:18:35.880" v="270" actId="47"/>
        <pc:sldMkLst>
          <pc:docMk/>
          <pc:sldMk cId="2439541830" sldId="322"/>
        </pc:sldMkLst>
      </pc:sldChg>
      <pc:sldChg chg="add del">
        <pc:chgData name="Séamus Cummins" userId="9cbc4947-2644-4ffd-8985-8dfea9f9d8f2" providerId="ADAL" clId="{52D3679E-C8EB-4FED-9467-7F6E2156AACE}" dt="2026-10-07T10:18:36.134" v="271" actId="47"/>
        <pc:sldMkLst>
          <pc:docMk/>
          <pc:sldMk cId="755706712" sldId="323"/>
        </pc:sldMkLst>
      </pc:sldChg>
      <pc:sldChg chg="modSp add mod">
        <pc:chgData name="Séamus Cummins" userId="9cbc4947-2644-4ffd-8985-8dfea9f9d8f2" providerId="ADAL" clId="{52D3679E-C8EB-4FED-9467-7F6E2156AACE}" dt="2026-10-07T10:41:19.726" v="441" actId="20577"/>
        <pc:sldMkLst>
          <pc:docMk/>
          <pc:sldMk cId="3622550730" sldId="324"/>
        </pc:sldMkLst>
        <pc:spChg chg="mod">
          <ac:chgData name="Séamus Cummins" userId="9cbc4947-2644-4ffd-8985-8dfea9f9d8f2" providerId="ADAL" clId="{52D3679E-C8EB-4FED-9467-7F6E2156AACE}" dt="2026-10-07T10:41:19.726" v="441" actId="20577"/>
          <ac:spMkLst>
            <pc:docMk/>
            <pc:sldMk cId="3622550730" sldId="324"/>
            <ac:spMk id="4" creationId="{3F004E88-105B-4A6C-A131-F794F518A187}"/>
          </ac:spMkLst>
        </pc:spChg>
      </pc:sldChg>
      <pc:sldChg chg="delSp modSp add mod">
        <pc:chgData name="Séamus Cummins" userId="9cbc4947-2644-4ffd-8985-8dfea9f9d8f2" providerId="ADAL" clId="{52D3679E-C8EB-4FED-9467-7F6E2156AACE}" dt="2026-10-07T10:41:28.405" v="443" actId="478"/>
        <pc:sldMkLst>
          <pc:docMk/>
          <pc:sldMk cId="2753073954" sldId="325"/>
        </pc:sldMkLst>
        <pc:spChg chg="mod">
          <ac:chgData name="Séamus Cummins" userId="9cbc4947-2644-4ffd-8985-8dfea9f9d8f2" providerId="ADAL" clId="{52D3679E-C8EB-4FED-9467-7F6E2156AACE}" dt="2026-10-07T10:22:44.733" v="331"/>
          <ac:spMkLst>
            <pc:docMk/>
            <pc:sldMk cId="2753073954" sldId="325"/>
            <ac:spMk id="3" creationId="{A4E06AD9-957B-1AC1-20D1-E2511B072EE8}"/>
          </ac:spMkLst>
        </pc:spChg>
        <pc:spChg chg="mod">
          <ac:chgData name="Séamus Cummins" userId="9cbc4947-2644-4ffd-8985-8dfea9f9d8f2" providerId="ADAL" clId="{52D3679E-C8EB-4FED-9467-7F6E2156AACE}" dt="2026-10-07T10:23:34.485" v="335" actId="113"/>
          <ac:spMkLst>
            <pc:docMk/>
            <pc:sldMk cId="2753073954" sldId="325"/>
            <ac:spMk id="4" creationId="{87C32E88-6291-F3F7-85A9-8B78CB8E8891}"/>
          </ac:spMkLst>
        </pc:spChg>
        <pc:spChg chg="del">
          <ac:chgData name="Séamus Cummins" userId="9cbc4947-2644-4ffd-8985-8dfea9f9d8f2" providerId="ADAL" clId="{52D3679E-C8EB-4FED-9467-7F6E2156AACE}" dt="2026-10-07T10:41:26.356" v="442" actId="478"/>
          <ac:spMkLst>
            <pc:docMk/>
            <pc:sldMk cId="2753073954" sldId="325"/>
            <ac:spMk id="5" creationId="{F0E3A3F1-0B7D-9991-3CAE-322262BF660F}"/>
          </ac:spMkLst>
        </pc:spChg>
        <pc:spChg chg="del">
          <ac:chgData name="Séamus Cummins" userId="9cbc4947-2644-4ffd-8985-8dfea9f9d8f2" providerId="ADAL" clId="{52D3679E-C8EB-4FED-9467-7F6E2156AACE}" dt="2026-10-07T10:41:26.356" v="442" actId="478"/>
          <ac:spMkLst>
            <pc:docMk/>
            <pc:sldMk cId="2753073954" sldId="325"/>
            <ac:spMk id="6" creationId="{CC90841C-BC62-4ED6-3290-C0D5A454E246}"/>
          </ac:spMkLst>
        </pc:spChg>
        <pc:spChg chg="del">
          <ac:chgData name="Séamus Cummins" userId="9cbc4947-2644-4ffd-8985-8dfea9f9d8f2" providerId="ADAL" clId="{52D3679E-C8EB-4FED-9467-7F6E2156AACE}" dt="2026-10-07T10:41:26.356" v="442" actId="478"/>
          <ac:spMkLst>
            <pc:docMk/>
            <pc:sldMk cId="2753073954" sldId="325"/>
            <ac:spMk id="7" creationId="{64B46FD1-112F-AD89-8807-6EB4D2ABA5A3}"/>
          </ac:spMkLst>
        </pc:spChg>
        <pc:spChg chg="del">
          <ac:chgData name="Séamus Cummins" userId="9cbc4947-2644-4ffd-8985-8dfea9f9d8f2" providerId="ADAL" clId="{52D3679E-C8EB-4FED-9467-7F6E2156AACE}" dt="2026-10-07T10:41:26.356" v="442" actId="478"/>
          <ac:spMkLst>
            <pc:docMk/>
            <pc:sldMk cId="2753073954" sldId="325"/>
            <ac:spMk id="8" creationId="{DFC8BFA0-0816-FD34-AE3E-7B12CFF5A8FC}"/>
          </ac:spMkLst>
        </pc:spChg>
        <pc:spChg chg="del">
          <ac:chgData name="Séamus Cummins" userId="9cbc4947-2644-4ffd-8985-8dfea9f9d8f2" providerId="ADAL" clId="{52D3679E-C8EB-4FED-9467-7F6E2156AACE}" dt="2026-10-07T10:41:28.405" v="443" actId="478"/>
          <ac:spMkLst>
            <pc:docMk/>
            <pc:sldMk cId="2753073954" sldId="325"/>
            <ac:spMk id="9" creationId="{68EC23B2-AD1D-8339-AAA5-E6608D9FA55C}"/>
          </ac:spMkLst>
        </pc:spChg>
        <pc:spChg chg="mod">
          <ac:chgData name="Séamus Cummins" userId="9cbc4947-2644-4ffd-8985-8dfea9f9d8f2" providerId="ADAL" clId="{52D3679E-C8EB-4FED-9467-7F6E2156AACE}" dt="2026-10-07T10:23:06.693" v="333"/>
          <ac:spMkLst>
            <pc:docMk/>
            <pc:sldMk cId="2753073954" sldId="325"/>
            <ac:spMk id="10" creationId="{C0A14823-130F-F394-6ED2-1612AD7EA31E}"/>
          </ac:spMkLst>
        </pc:spChg>
      </pc:sldChg>
      <pc:sldChg chg="delSp modSp add mod">
        <pc:chgData name="Séamus Cummins" userId="9cbc4947-2644-4ffd-8985-8dfea9f9d8f2" providerId="ADAL" clId="{52D3679E-C8EB-4FED-9467-7F6E2156AACE}" dt="2026-10-07T10:42:00.655" v="454" actId="478"/>
        <pc:sldMkLst>
          <pc:docMk/>
          <pc:sldMk cId="2560929976" sldId="326"/>
        </pc:sldMkLst>
        <pc:spChg chg="mod">
          <ac:chgData name="Séamus Cummins" userId="9cbc4947-2644-4ffd-8985-8dfea9f9d8f2" providerId="ADAL" clId="{52D3679E-C8EB-4FED-9467-7F6E2156AACE}" dt="2026-10-07T10:21:30.988" v="327"/>
          <ac:spMkLst>
            <pc:docMk/>
            <pc:sldMk cId="2560929976" sldId="326"/>
            <ac:spMk id="3" creationId="{4DAD589A-D530-CC43-3DC4-3C30204D03B1}"/>
          </ac:spMkLst>
        </pc:spChg>
        <pc:spChg chg="mod">
          <ac:chgData name="Séamus Cummins" userId="9cbc4947-2644-4ffd-8985-8dfea9f9d8f2" providerId="ADAL" clId="{52D3679E-C8EB-4FED-9467-7F6E2156AACE}" dt="2026-10-07T10:21:13.807" v="326" actId="113"/>
          <ac:spMkLst>
            <pc:docMk/>
            <pc:sldMk cId="2560929976" sldId="326"/>
            <ac:spMk id="4" creationId="{216752EB-D07D-8722-D3FE-F8D93EB0AAA8}"/>
          </ac:spMkLst>
        </pc:spChg>
        <pc:spChg chg="del">
          <ac:chgData name="Séamus Cummins" userId="9cbc4947-2644-4ffd-8985-8dfea9f9d8f2" providerId="ADAL" clId="{52D3679E-C8EB-4FED-9467-7F6E2156AACE}" dt="2026-10-07T10:41:58.161" v="453" actId="478"/>
          <ac:spMkLst>
            <pc:docMk/>
            <pc:sldMk cId="2560929976" sldId="326"/>
            <ac:spMk id="5" creationId="{392CB542-A83B-5C80-B975-E910D4B1B834}"/>
          </ac:spMkLst>
        </pc:spChg>
        <pc:spChg chg="del">
          <ac:chgData name="Séamus Cummins" userId="9cbc4947-2644-4ffd-8985-8dfea9f9d8f2" providerId="ADAL" clId="{52D3679E-C8EB-4FED-9467-7F6E2156AACE}" dt="2026-10-07T10:41:58.161" v="453" actId="478"/>
          <ac:spMkLst>
            <pc:docMk/>
            <pc:sldMk cId="2560929976" sldId="326"/>
            <ac:spMk id="6" creationId="{22D1F657-981B-5423-C4AA-2227C0FEEFDD}"/>
          </ac:spMkLst>
        </pc:spChg>
        <pc:spChg chg="del">
          <ac:chgData name="Séamus Cummins" userId="9cbc4947-2644-4ffd-8985-8dfea9f9d8f2" providerId="ADAL" clId="{52D3679E-C8EB-4FED-9467-7F6E2156AACE}" dt="2026-10-07T10:41:58.161" v="453" actId="478"/>
          <ac:spMkLst>
            <pc:docMk/>
            <pc:sldMk cId="2560929976" sldId="326"/>
            <ac:spMk id="7" creationId="{F34FB24C-209F-59D3-2089-811DAE5B6862}"/>
          </ac:spMkLst>
        </pc:spChg>
        <pc:spChg chg="del">
          <ac:chgData name="Séamus Cummins" userId="9cbc4947-2644-4ffd-8985-8dfea9f9d8f2" providerId="ADAL" clId="{52D3679E-C8EB-4FED-9467-7F6E2156AACE}" dt="2026-10-07T10:41:58.161" v="453" actId="478"/>
          <ac:spMkLst>
            <pc:docMk/>
            <pc:sldMk cId="2560929976" sldId="326"/>
            <ac:spMk id="8" creationId="{17C2F3A9-F7E9-3058-1C83-31090C25AE10}"/>
          </ac:spMkLst>
        </pc:spChg>
        <pc:spChg chg="del">
          <ac:chgData name="Séamus Cummins" userId="9cbc4947-2644-4ffd-8985-8dfea9f9d8f2" providerId="ADAL" clId="{52D3679E-C8EB-4FED-9467-7F6E2156AACE}" dt="2026-10-07T10:42:00.655" v="454" actId="478"/>
          <ac:spMkLst>
            <pc:docMk/>
            <pc:sldMk cId="2560929976" sldId="326"/>
            <ac:spMk id="9" creationId="{B6579693-2476-0F1B-13D2-582AC88EC0FC}"/>
          </ac:spMkLst>
        </pc:spChg>
        <pc:spChg chg="mod">
          <ac:chgData name="Séamus Cummins" userId="9cbc4947-2644-4ffd-8985-8dfea9f9d8f2" providerId="ADAL" clId="{52D3679E-C8EB-4FED-9467-7F6E2156AACE}" dt="2026-10-07T10:25:01.383" v="338"/>
          <ac:spMkLst>
            <pc:docMk/>
            <pc:sldMk cId="2560929976" sldId="326"/>
            <ac:spMk id="10" creationId="{67A7D5DA-CAAF-241C-657A-EC7F18E957DB}"/>
          </ac:spMkLst>
        </pc:spChg>
      </pc:sldChg>
      <pc:sldChg chg="delSp modSp add mod">
        <pc:chgData name="Séamus Cummins" userId="9cbc4947-2644-4ffd-8985-8dfea9f9d8f2" providerId="ADAL" clId="{52D3679E-C8EB-4FED-9467-7F6E2156AACE}" dt="2026-10-07T10:42:17.753" v="457" actId="113"/>
        <pc:sldMkLst>
          <pc:docMk/>
          <pc:sldMk cId="3870090339" sldId="327"/>
        </pc:sldMkLst>
        <pc:spChg chg="mod">
          <ac:chgData name="Séamus Cummins" userId="9cbc4947-2644-4ffd-8985-8dfea9f9d8f2" providerId="ADAL" clId="{52D3679E-C8EB-4FED-9467-7F6E2156AACE}" dt="2026-10-07T10:26:37.361" v="341"/>
          <ac:spMkLst>
            <pc:docMk/>
            <pc:sldMk cId="3870090339" sldId="327"/>
            <ac:spMk id="3" creationId="{5DDCE899-4F38-53F9-E678-A9AC972DEB01}"/>
          </ac:spMkLst>
        </pc:spChg>
        <pc:spChg chg="mod">
          <ac:chgData name="Séamus Cummins" userId="9cbc4947-2644-4ffd-8985-8dfea9f9d8f2" providerId="ADAL" clId="{52D3679E-C8EB-4FED-9467-7F6E2156AACE}" dt="2026-10-07T10:42:17.753" v="457" actId="113"/>
          <ac:spMkLst>
            <pc:docMk/>
            <pc:sldMk cId="3870090339" sldId="327"/>
            <ac:spMk id="4" creationId="{C34A266F-2713-978E-EC87-92957C35CB9C}"/>
          </ac:spMkLst>
        </pc:spChg>
        <pc:spChg chg="del">
          <ac:chgData name="Séamus Cummins" userId="9cbc4947-2644-4ffd-8985-8dfea9f9d8f2" providerId="ADAL" clId="{52D3679E-C8EB-4FED-9467-7F6E2156AACE}" dt="2026-10-07T10:42:07.327" v="455" actId="478"/>
          <ac:spMkLst>
            <pc:docMk/>
            <pc:sldMk cId="3870090339" sldId="327"/>
            <ac:spMk id="5" creationId="{5909E160-3A63-0B84-0761-E082E44EDA23}"/>
          </ac:spMkLst>
        </pc:spChg>
        <pc:spChg chg="del">
          <ac:chgData name="Séamus Cummins" userId="9cbc4947-2644-4ffd-8985-8dfea9f9d8f2" providerId="ADAL" clId="{52D3679E-C8EB-4FED-9467-7F6E2156AACE}" dt="2026-10-07T10:42:07.327" v="455" actId="478"/>
          <ac:spMkLst>
            <pc:docMk/>
            <pc:sldMk cId="3870090339" sldId="327"/>
            <ac:spMk id="6" creationId="{A84E50AD-0549-5C37-0926-2410E283DB3E}"/>
          </ac:spMkLst>
        </pc:spChg>
        <pc:spChg chg="del">
          <ac:chgData name="Séamus Cummins" userId="9cbc4947-2644-4ffd-8985-8dfea9f9d8f2" providerId="ADAL" clId="{52D3679E-C8EB-4FED-9467-7F6E2156AACE}" dt="2026-10-07T10:42:07.327" v="455" actId="478"/>
          <ac:spMkLst>
            <pc:docMk/>
            <pc:sldMk cId="3870090339" sldId="327"/>
            <ac:spMk id="7" creationId="{6E685AAC-9A6C-E500-A084-A8A2DC197AC3}"/>
          </ac:spMkLst>
        </pc:spChg>
        <pc:spChg chg="del">
          <ac:chgData name="Séamus Cummins" userId="9cbc4947-2644-4ffd-8985-8dfea9f9d8f2" providerId="ADAL" clId="{52D3679E-C8EB-4FED-9467-7F6E2156AACE}" dt="2026-10-07T10:42:07.327" v="455" actId="478"/>
          <ac:spMkLst>
            <pc:docMk/>
            <pc:sldMk cId="3870090339" sldId="327"/>
            <ac:spMk id="8" creationId="{EA39D4CC-9803-2C00-7A14-7111BD230AFA}"/>
          </ac:spMkLst>
        </pc:spChg>
        <pc:spChg chg="del">
          <ac:chgData name="Séamus Cummins" userId="9cbc4947-2644-4ffd-8985-8dfea9f9d8f2" providerId="ADAL" clId="{52D3679E-C8EB-4FED-9467-7F6E2156AACE}" dt="2026-10-07T10:42:11.001" v="456" actId="478"/>
          <ac:spMkLst>
            <pc:docMk/>
            <pc:sldMk cId="3870090339" sldId="327"/>
            <ac:spMk id="9" creationId="{6DF56F49-22B7-40D3-368A-173859C34BB4}"/>
          </ac:spMkLst>
        </pc:spChg>
        <pc:spChg chg="mod">
          <ac:chgData name="Séamus Cummins" userId="9cbc4947-2644-4ffd-8985-8dfea9f9d8f2" providerId="ADAL" clId="{52D3679E-C8EB-4FED-9467-7F6E2156AACE}" dt="2026-10-07T10:26:23.586" v="339"/>
          <ac:spMkLst>
            <pc:docMk/>
            <pc:sldMk cId="3870090339" sldId="327"/>
            <ac:spMk id="10" creationId="{0450AB17-E8BD-45FE-1A29-14BB22172DEE}"/>
          </ac:spMkLst>
        </pc:spChg>
      </pc:sldChg>
      <pc:sldChg chg="delSp modSp add mod">
        <pc:chgData name="Séamus Cummins" userId="9cbc4947-2644-4ffd-8985-8dfea9f9d8f2" providerId="ADAL" clId="{52D3679E-C8EB-4FED-9467-7F6E2156AACE}" dt="2026-10-07T10:42:44.772" v="459" actId="478"/>
        <pc:sldMkLst>
          <pc:docMk/>
          <pc:sldMk cId="3390005384" sldId="328"/>
        </pc:sldMkLst>
        <pc:spChg chg="mod">
          <ac:chgData name="Séamus Cummins" userId="9cbc4947-2644-4ffd-8985-8dfea9f9d8f2" providerId="ADAL" clId="{52D3679E-C8EB-4FED-9467-7F6E2156AACE}" dt="2026-10-07T10:27:20.921" v="344"/>
          <ac:spMkLst>
            <pc:docMk/>
            <pc:sldMk cId="3390005384" sldId="328"/>
            <ac:spMk id="3" creationId="{57D66BB1-1C91-C437-A7C7-A85865669E5A}"/>
          </ac:spMkLst>
        </pc:spChg>
        <pc:spChg chg="mod">
          <ac:chgData name="Séamus Cummins" userId="9cbc4947-2644-4ffd-8985-8dfea9f9d8f2" providerId="ADAL" clId="{52D3679E-C8EB-4FED-9467-7F6E2156AACE}" dt="2026-10-07T10:27:53.906" v="347" actId="113"/>
          <ac:spMkLst>
            <pc:docMk/>
            <pc:sldMk cId="3390005384" sldId="328"/>
            <ac:spMk id="4" creationId="{1E6D38AB-AEEB-D4CB-A623-E4BABA60EF33}"/>
          </ac:spMkLst>
        </pc:spChg>
        <pc:spChg chg="del">
          <ac:chgData name="Séamus Cummins" userId="9cbc4947-2644-4ffd-8985-8dfea9f9d8f2" providerId="ADAL" clId="{52D3679E-C8EB-4FED-9467-7F6E2156AACE}" dt="2026-10-07T10:42:38.273" v="458" actId="478"/>
          <ac:spMkLst>
            <pc:docMk/>
            <pc:sldMk cId="3390005384" sldId="328"/>
            <ac:spMk id="5" creationId="{62E6A887-D8B8-5252-9FCC-8849A2F29986}"/>
          </ac:spMkLst>
        </pc:spChg>
        <pc:spChg chg="del">
          <ac:chgData name="Séamus Cummins" userId="9cbc4947-2644-4ffd-8985-8dfea9f9d8f2" providerId="ADAL" clId="{52D3679E-C8EB-4FED-9467-7F6E2156AACE}" dt="2026-10-07T10:42:38.273" v="458" actId="478"/>
          <ac:spMkLst>
            <pc:docMk/>
            <pc:sldMk cId="3390005384" sldId="328"/>
            <ac:spMk id="6" creationId="{E5A74066-00D7-3E02-5A1E-12770CD201AB}"/>
          </ac:spMkLst>
        </pc:spChg>
        <pc:spChg chg="del">
          <ac:chgData name="Séamus Cummins" userId="9cbc4947-2644-4ffd-8985-8dfea9f9d8f2" providerId="ADAL" clId="{52D3679E-C8EB-4FED-9467-7F6E2156AACE}" dt="2026-10-07T10:42:38.273" v="458" actId="478"/>
          <ac:spMkLst>
            <pc:docMk/>
            <pc:sldMk cId="3390005384" sldId="328"/>
            <ac:spMk id="7" creationId="{EA1043FA-E493-DD26-2229-F291C21C3561}"/>
          </ac:spMkLst>
        </pc:spChg>
        <pc:spChg chg="del">
          <ac:chgData name="Séamus Cummins" userId="9cbc4947-2644-4ffd-8985-8dfea9f9d8f2" providerId="ADAL" clId="{52D3679E-C8EB-4FED-9467-7F6E2156AACE}" dt="2026-10-07T10:42:38.273" v="458" actId="478"/>
          <ac:spMkLst>
            <pc:docMk/>
            <pc:sldMk cId="3390005384" sldId="328"/>
            <ac:spMk id="8" creationId="{27AECBDE-78B2-B863-5B43-AE3DBC902028}"/>
          </ac:spMkLst>
        </pc:spChg>
        <pc:spChg chg="del">
          <ac:chgData name="Séamus Cummins" userId="9cbc4947-2644-4ffd-8985-8dfea9f9d8f2" providerId="ADAL" clId="{52D3679E-C8EB-4FED-9467-7F6E2156AACE}" dt="2026-10-07T10:42:44.772" v="459" actId="478"/>
          <ac:spMkLst>
            <pc:docMk/>
            <pc:sldMk cId="3390005384" sldId="328"/>
            <ac:spMk id="9" creationId="{DAEF4EE6-B39C-A93B-BFE1-CCE350AA360C}"/>
          </ac:spMkLst>
        </pc:spChg>
        <pc:spChg chg="mod">
          <ac:chgData name="Séamus Cummins" userId="9cbc4947-2644-4ffd-8985-8dfea9f9d8f2" providerId="ADAL" clId="{52D3679E-C8EB-4FED-9467-7F6E2156AACE}" dt="2026-10-07T10:27:04.419" v="342"/>
          <ac:spMkLst>
            <pc:docMk/>
            <pc:sldMk cId="3390005384" sldId="328"/>
            <ac:spMk id="10" creationId="{1E07E2FD-2500-FACB-FBC4-424EF59488AF}"/>
          </ac:spMkLst>
        </pc:spChg>
      </pc:sldChg>
      <pc:sldChg chg="delSp modSp add mod">
        <pc:chgData name="Séamus Cummins" userId="9cbc4947-2644-4ffd-8985-8dfea9f9d8f2" providerId="ADAL" clId="{52D3679E-C8EB-4FED-9467-7F6E2156AACE}" dt="2026-10-07T10:42:52.502" v="461" actId="478"/>
        <pc:sldMkLst>
          <pc:docMk/>
          <pc:sldMk cId="1310223752" sldId="329"/>
        </pc:sldMkLst>
        <pc:spChg chg="mod">
          <ac:chgData name="Séamus Cummins" userId="9cbc4947-2644-4ffd-8985-8dfea9f9d8f2" providerId="ADAL" clId="{52D3679E-C8EB-4FED-9467-7F6E2156AACE}" dt="2026-10-07T10:30:32.932" v="352"/>
          <ac:spMkLst>
            <pc:docMk/>
            <pc:sldMk cId="1310223752" sldId="329"/>
            <ac:spMk id="3" creationId="{975FCBD3-6FC2-0782-77E0-F651AD9623B3}"/>
          </ac:spMkLst>
        </pc:spChg>
        <pc:spChg chg="mod">
          <ac:chgData name="Séamus Cummins" userId="9cbc4947-2644-4ffd-8985-8dfea9f9d8f2" providerId="ADAL" clId="{52D3679E-C8EB-4FED-9467-7F6E2156AACE}" dt="2026-10-07T10:30:03.851" v="351" actId="113"/>
          <ac:spMkLst>
            <pc:docMk/>
            <pc:sldMk cId="1310223752" sldId="329"/>
            <ac:spMk id="4" creationId="{116F4C1B-7DF2-8771-6F47-574D710E7D07}"/>
          </ac:spMkLst>
        </pc:spChg>
        <pc:spChg chg="del">
          <ac:chgData name="Séamus Cummins" userId="9cbc4947-2644-4ffd-8985-8dfea9f9d8f2" providerId="ADAL" clId="{52D3679E-C8EB-4FED-9467-7F6E2156AACE}" dt="2026-10-07T10:42:51.489" v="460" actId="478"/>
          <ac:spMkLst>
            <pc:docMk/>
            <pc:sldMk cId="1310223752" sldId="329"/>
            <ac:spMk id="5" creationId="{FE8AB297-7AE6-D580-2FCB-8C0DC902594C}"/>
          </ac:spMkLst>
        </pc:spChg>
        <pc:spChg chg="del">
          <ac:chgData name="Séamus Cummins" userId="9cbc4947-2644-4ffd-8985-8dfea9f9d8f2" providerId="ADAL" clId="{52D3679E-C8EB-4FED-9467-7F6E2156AACE}" dt="2026-10-07T10:42:51.489" v="460" actId="478"/>
          <ac:spMkLst>
            <pc:docMk/>
            <pc:sldMk cId="1310223752" sldId="329"/>
            <ac:spMk id="6" creationId="{0965CC0C-4A03-E5FB-7B30-E3080CD9F1E6}"/>
          </ac:spMkLst>
        </pc:spChg>
        <pc:spChg chg="del">
          <ac:chgData name="Séamus Cummins" userId="9cbc4947-2644-4ffd-8985-8dfea9f9d8f2" providerId="ADAL" clId="{52D3679E-C8EB-4FED-9467-7F6E2156AACE}" dt="2026-10-07T10:42:51.489" v="460" actId="478"/>
          <ac:spMkLst>
            <pc:docMk/>
            <pc:sldMk cId="1310223752" sldId="329"/>
            <ac:spMk id="7" creationId="{D7335C0F-86A5-0A5B-2632-1E940B3FFE98}"/>
          </ac:spMkLst>
        </pc:spChg>
        <pc:spChg chg="del">
          <ac:chgData name="Séamus Cummins" userId="9cbc4947-2644-4ffd-8985-8dfea9f9d8f2" providerId="ADAL" clId="{52D3679E-C8EB-4FED-9467-7F6E2156AACE}" dt="2026-10-07T10:42:51.489" v="460" actId="478"/>
          <ac:spMkLst>
            <pc:docMk/>
            <pc:sldMk cId="1310223752" sldId="329"/>
            <ac:spMk id="8" creationId="{4F6DB5A3-D972-8A9B-2DD8-9DEA9105CDC3}"/>
          </ac:spMkLst>
        </pc:spChg>
        <pc:spChg chg="del">
          <ac:chgData name="Séamus Cummins" userId="9cbc4947-2644-4ffd-8985-8dfea9f9d8f2" providerId="ADAL" clId="{52D3679E-C8EB-4FED-9467-7F6E2156AACE}" dt="2026-10-07T10:42:52.502" v="461" actId="478"/>
          <ac:spMkLst>
            <pc:docMk/>
            <pc:sldMk cId="1310223752" sldId="329"/>
            <ac:spMk id="9" creationId="{0FA8779A-BEBB-4F54-7B10-B28839E38051}"/>
          </ac:spMkLst>
        </pc:spChg>
        <pc:spChg chg="mod">
          <ac:chgData name="Séamus Cummins" userId="9cbc4947-2644-4ffd-8985-8dfea9f9d8f2" providerId="ADAL" clId="{52D3679E-C8EB-4FED-9467-7F6E2156AACE}" dt="2026-10-07T10:28:24.087" v="348"/>
          <ac:spMkLst>
            <pc:docMk/>
            <pc:sldMk cId="1310223752" sldId="329"/>
            <ac:spMk id="10" creationId="{1F8778BD-F8CA-D4C7-A7A4-859971707326}"/>
          </ac:spMkLst>
        </pc:spChg>
      </pc:sldChg>
      <pc:sldChg chg="delSp modSp add mod">
        <pc:chgData name="Séamus Cummins" userId="9cbc4947-2644-4ffd-8985-8dfea9f9d8f2" providerId="ADAL" clId="{52D3679E-C8EB-4FED-9467-7F6E2156AACE}" dt="2026-10-07T10:42:57.854" v="463" actId="478"/>
        <pc:sldMkLst>
          <pc:docMk/>
          <pc:sldMk cId="927604795" sldId="330"/>
        </pc:sldMkLst>
        <pc:spChg chg="mod">
          <ac:chgData name="Séamus Cummins" userId="9cbc4947-2644-4ffd-8985-8dfea9f9d8f2" providerId="ADAL" clId="{52D3679E-C8EB-4FED-9467-7F6E2156AACE}" dt="2026-10-07T10:31:41.063" v="359"/>
          <ac:spMkLst>
            <pc:docMk/>
            <pc:sldMk cId="927604795" sldId="330"/>
            <ac:spMk id="3" creationId="{F29ADBCF-037D-FDE4-086B-E607811A7403}"/>
          </ac:spMkLst>
        </pc:spChg>
        <pc:spChg chg="mod">
          <ac:chgData name="Séamus Cummins" userId="9cbc4947-2644-4ffd-8985-8dfea9f9d8f2" providerId="ADAL" clId="{52D3679E-C8EB-4FED-9467-7F6E2156AACE}" dt="2026-10-07T10:31:23.996" v="358" actId="113"/>
          <ac:spMkLst>
            <pc:docMk/>
            <pc:sldMk cId="927604795" sldId="330"/>
            <ac:spMk id="4" creationId="{31DAA41F-2D61-BCE5-8778-3EE146308D0E}"/>
          </ac:spMkLst>
        </pc:spChg>
        <pc:spChg chg="del">
          <ac:chgData name="Séamus Cummins" userId="9cbc4947-2644-4ffd-8985-8dfea9f9d8f2" providerId="ADAL" clId="{52D3679E-C8EB-4FED-9467-7F6E2156AACE}" dt="2026-10-07T10:42:55.213" v="462" actId="478"/>
          <ac:spMkLst>
            <pc:docMk/>
            <pc:sldMk cId="927604795" sldId="330"/>
            <ac:spMk id="5" creationId="{8784DE9B-825B-0FB0-C37F-207C0129DA7A}"/>
          </ac:spMkLst>
        </pc:spChg>
        <pc:spChg chg="del">
          <ac:chgData name="Séamus Cummins" userId="9cbc4947-2644-4ffd-8985-8dfea9f9d8f2" providerId="ADAL" clId="{52D3679E-C8EB-4FED-9467-7F6E2156AACE}" dt="2026-10-07T10:42:55.213" v="462" actId="478"/>
          <ac:spMkLst>
            <pc:docMk/>
            <pc:sldMk cId="927604795" sldId="330"/>
            <ac:spMk id="6" creationId="{BA3872DB-5A05-00F7-3C0A-B62A7DDDD83A}"/>
          </ac:spMkLst>
        </pc:spChg>
        <pc:spChg chg="del">
          <ac:chgData name="Séamus Cummins" userId="9cbc4947-2644-4ffd-8985-8dfea9f9d8f2" providerId="ADAL" clId="{52D3679E-C8EB-4FED-9467-7F6E2156AACE}" dt="2026-10-07T10:42:55.213" v="462" actId="478"/>
          <ac:spMkLst>
            <pc:docMk/>
            <pc:sldMk cId="927604795" sldId="330"/>
            <ac:spMk id="7" creationId="{C867A0AA-A20F-DCDA-1875-F924E0B09B0E}"/>
          </ac:spMkLst>
        </pc:spChg>
        <pc:spChg chg="del">
          <ac:chgData name="Séamus Cummins" userId="9cbc4947-2644-4ffd-8985-8dfea9f9d8f2" providerId="ADAL" clId="{52D3679E-C8EB-4FED-9467-7F6E2156AACE}" dt="2026-10-07T10:42:55.213" v="462" actId="478"/>
          <ac:spMkLst>
            <pc:docMk/>
            <pc:sldMk cId="927604795" sldId="330"/>
            <ac:spMk id="8" creationId="{9B546173-D0CE-9714-32DD-7CE2A4E2D603}"/>
          </ac:spMkLst>
        </pc:spChg>
        <pc:spChg chg="del">
          <ac:chgData name="Séamus Cummins" userId="9cbc4947-2644-4ffd-8985-8dfea9f9d8f2" providerId="ADAL" clId="{52D3679E-C8EB-4FED-9467-7F6E2156AACE}" dt="2026-10-07T10:42:57.854" v="463" actId="478"/>
          <ac:spMkLst>
            <pc:docMk/>
            <pc:sldMk cId="927604795" sldId="330"/>
            <ac:spMk id="9" creationId="{F19C3361-9826-81A3-07FE-45CC037E77E8}"/>
          </ac:spMkLst>
        </pc:spChg>
        <pc:spChg chg="mod">
          <ac:chgData name="Séamus Cummins" userId="9cbc4947-2644-4ffd-8985-8dfea9f9d8f2" providerId="ADAL" clId="{52D3679E-C8EB-4FED-9467-7F6E2156AACE}" dt="2026-10-07T10:32:30.438" v="360"/>
          <ac:spMkLst>
            <pc:docMk/>
            <pc:sldMk cId="927604795" sldId="330"/>
            <ac:spMk id="10" creationId="{45517062-55B1-1636-53A9-2BECD21F3869}"/>
          </ac:spMkLst>
        </pc:spChg>
      </pc:sldChg>
      <pc:sldChg chg="delSp modSp add mod">
        <pc:chgData name="Séamus Cummins" userId="9cbc4947-2644-4ffd-8985-8dfea9f9d8f2" providerId="ADAL" clId="{52D3679E-C8EB-4FED-9467-7F6E2156AACE}" dt="2026-10-07T10:43:02.109" v="464" actId="478"/>
        <pc:sldMkLst>
          <pc:docMk/>
          <pc:sldMk cId="1500729651" sldId="331"/>
        </pc:sldMkLst>
        <pc:spChg chg="mod">
          <ac:chgData name="Séamus Cummins" userId="9cbc4947-2644-4ffd-8985-8dfea9f9d8f2" providerId="ADAL" clId="{52D3679E-C8EB-4FED-9467-7F6E2156AACE}" dt="2026-10-07T10:33:39.057" v="367"/>
          <ac:spMkLst>
            <pc:docMk/>
            <pc:sldMk cId="1500729651" sldId="331"/>
            <ac:spMk id="3" creationId="{080DCA16-6C7D-57CC-33AE-B5CD471A21AA}"/>
          </ac:spMkLst>
        </pc:spChg>
        <pc:spChg chg="mod">
          <ac:chgData name="Séamus Cummins" userId="9cbc4947-2644-4ffd-8985-8dfea9f9d8f2" providerId="ADAL" clId="{52D3679E-C8EB-4FED-9467-7F6E2156AACE}" dt="2026-10-07T10:33:17.931" v="364" actId="113"/>
          <ac:spMkLst>
            <pc:docMk/>
            <pc:sldMk cId="1500729651" sldId="331"/>
            <ac:spMk id="4" creationId="{846A6152-7057-98E2-7F76-B47D792BAE35}"/>
          </ac:spMkLst>
        </pc:spChg>
        <pc:spChg chg="del">
          <ac:chgData name="Séamus Cummins" userId="9cbc4947-2644-4ffd-8985-8dfea9f9d8f2" providerId="ADAL" clId="{52D3679E-C8EB-4FED-9467-7F6E2156AACE}" dt="2026-10-07T10:43:02.109" v="464" actId="478"/>
          <ac:spMkLst>
            <pc:docMk/>
            <pc:sldMk cId="1500729651" sldId="331"/>
            <ac:spMk id="5" creationId="{8A94B516-BBEC-A54E-52DC-9BA9397D51EE}"/>
          </ac:spMkLst>
        </pc:spChg>
        <pc:spChg chg="del">
          <ac:chgData name="Séamus Cummins" userId="9cbc4947-2644-4ffd-8985-8dfea9f9d8f2" providerId="ADAL" clId="{52D3679E-C8EB-4FED-9467-7F6E2156AACE}" dt="2026-10-07T10:43:02.109" v="464" actId="478"/>
          <ac:spMkLst>
            <pc:docMk/>
            <pc:sldMk cId="1500729651" sldId="331"/>
            <ac:spMk id="6" creationId="{6DF7EDB5-765A-E52E-62FD-861324054AEA}"/>
          </ac:spMkLst>
        </pc:spChg>
        <pc:spChg chg="del">
          <ac:chgData name="Séamus Cummins" userId="9cbc4947-2644-4ffd-8985-8dfea9f9d8f2" providerId="ADAL" clId="{52D3679E-C8EB-4FED-9467-7F6E2156AACE}" dt="2026-10-07T10:43:02.109" v="464" actId="478"/>
          <ac:spMkLst>
            <pc:docMk/>
            <pc:sldMk cId="1500729651" sldId="331"/>
            <ac:spMk id="7" creationId="{4526A6BF-938B-32CD-89E7-5CA606C36EB8}"/>
          </ac:spMkLst>
        </pc:spChg>
        <pc:spChg chg="del">
          <ac:chgData name="Séamus Cummins" userId="9cbc4947-2644-4ffd-8985-8dfea9f9d8f2" providerId="ADAL" clId="{52D3679E-C8EB-4FED-9467-7F6E2156AACE}" dt="2026-10-07T10:43:02.109" v="464" actId="478"/>
          <ac:spMkLst>
            <pc:docMk/>
            <pc:sldMk cId="1500729651" sldId="331"/>
            <ac:spMk id="8" creationId="{FBB949E6-967D-1EB8-2C13-C50D41DA95B3}"/>
          </ac:spMkLst>
        </pc:spChg>
        <pc:spChg chg="del mod">
          <ac:chgData name="Séamus Cummins" userId="9cbc4947-2644-4ffd-8985-8dfea9f9d8f2" providerId="ADAL" clId="{52D3679E-C8EB-4FED-9467-7F6E2156AACE}" dt="2026-10-07T10:33:23.646" v="365" actId="478"/>
          <ac:spMkLst>
            <pc:docMk/>
            <pc:sldMk cId="1500729651" sldId="331"/>
            <ac:spMk id="9" creationId="{D1A44E8F-3735-2BAF-29A7-CE05346C4EBE}"/>
          </ac:spMkLst>
        </pc:spChg>
      </pc:sldChg>
      <pc:sldChg chg="delSp modSp add mod">
        <pc:chgData name="Séamus Cummins" userId="9cbc4947-2644-4ffd-8985-8dfea9f9d8f2" providerId="ADAL" clId="{52D3679E-C8EB-4FED-9467-7F6E2156AACE}" dt="2026-10-07T10:40:53.628" v="414" actId="478"/>
        <pc:sldMkLst>
          <pc:docMk/>
          <pc:sldMk cId="3857054623" sldId="332"/>
        </pc:sldMkLst>
        <pc:spChg chg="mod">
          <ac:chgData name="Séamus Cummins" userId="9cbc4947-2644-4ffd-8985-8dfea9f9d8f2" providerId="ADAL" clId="{52D3679E-C8EB-4FED-9467-7F6E2156AACE}" dt="2026-10-07T10:35:12.167" v="371"/>
          <ac:spMkLst>
            <pc:docMk/>
            <pc:sldMk cId="3857054623" sldId="332"/>
            <ac:spMk id="3" creationId="{3D67643D-38C8-EBD2-5B42-A5101B92372D}"/>
          </ac:spMkLst>
        </pc:spChg>
        <pc:spChg chg="mod">
          <ac:chgData name="Séamus Cummins" userId="9cbc4947-2644-4ffd-8985-8dfea9f9d8f2" providerId="ADAL" clId="{52D3679E-C8EB-4FED-9467-7F6E2156AACE}" dt="2026-10-07T10:34:59.956" v="370" actId="113"/>
          <ac:spMkLst>
            <pc:docMk/>
            <pc:sldMk cId="3857054623" sldId="332"/>
            <ac:spMk id="4" creationId="{60085D9B-F9F9-1E69-834A-507B472E6A01}"/>
          </ac:spMkLst>
        </pc:spChg>
        <pc:spChg chg="del">
          <ac:chgData name="Séamus Cummins" userId="9cbc4947-2644-4ffd-8985-8dfea9f9d8f2" providerId="ADAL" clId="{52D3679E-C8EB-4FED-9467-7F6E2156AACE}" dt="2026-10-07T10:40:51.646" v="413" actId="478"/>
          <ac:spMkLst>
            <pc:docMk/>
            <pc:sldMk cId="3857054623" sldId="332"/>
            <ac:spMk id="5" creationId="{6B54D4E9-0C8F-AE2F-2270-9504FFA209DC}"/>
          </ac:spMkLst>
        </pc:spChg>
        <pc:spChg chg="del">
          <ac:chgData name="Séamus Cummins" userId="9cbc4947-2644-4ffd-8985-8dfea9f9d8f2" providerId="ADAL" clId="{52D3679E-C8EB-4FED-9467-7F6E2156AACE}" dt="2026-10-07T10:40:51.646" v="413" actId="478"/>
          <ac:spMkLst>
            <pc:docMk/>
            <pc:sldMk cId="3857054623" sldId="332"/>
            <ac:spMk id="6" creationId="{91EA1941-9513-CC8C-0244-5B16E827CF93}"/>
          </ac:spMkLst>
        </pc:spChg>
        <pc:spChg chg="del">
          <ac:chgData name="Séamus Cummins" userId="9cbc4947-2644-4ffd-8985-8dfea9f9d8f2" providerId="ADAL" clId="{52D3679E-C8EB-4FED-9467-7F6E2156AACE}" dt="2026-10-07T10:40:51.646" v="413" actId="478"/>
          <ac:spMkLst>
            <pc:docMk/>
            <pc:sldMk cId="3857054623" sldId="332"/>
            <ac:spMk id="7" creationId="{BDB82858-8DC2-E01D-3AA2-4BBCEED5BC50}"/>
          </ac:spMkLst>
        </pc:spChg>
        <pc:spChg chg="del">
          <ac:chgData name="Séamus Cummins" userId="9cbc4947-2644-4ffd-8985-8dfea9f9d8f2" providerId="ADAL" clId="{52D3679E-C8EB-4FED-9467-7F6E2156AACE}" dt="2026-10-07T10:40:51.646" v="413" actId="478"/>
          <ac:spMkLst>
            <pc:docMk/>
            <pc:sldMk cId="3857054623" sldId="332"/>
            <ac:spMk id="8" creationId="{A4B877C5-31CD-D5A2-46D9-3C5B713204ED}"/>
          </ac:spMkLst>
        </pc:spChg>
        <pc:spChg chg="del">
          <ac:chgData name="Séamus Cummins" userId="9cbc4947-2644-4ffd-8985-8dfea9f9d8f2" providerId="ADAL" clId="{52D3679E-C8EB-4FED-9467-7F6E2156AACE}" dt="2026-10-07T10:40:53.628" v="414" actId="478"/>
          <ac:spMkLst>
            <pc:docMk/>
            <pc:sldMk cId="3857054623" sldId="332"/>
            <ac:spMk id="9" creationId="{DE7433B9-B9E7-EEC7-0EE1-2CF42B06CC2C}"/>
          </ac:spMkLst>
        </pc:spChg>
        <pc:spChg chg="mod">
          <ac:chgData name="Séamus Cummins" userId="9cbc4947-2644-4ffd-8985-8dfea9f9d8f2" providerId="ADAL" clId="{52D3679E-C8EB-4FED-9467-7F6E2156AACE}" dt="2026-10-07T10:40:49.131" v="412" actId="1076"/>
          <ac:spMkLst>
            <pc:docMk/>
            <pc:sldMk cId="3857054623" sldId="332"/>
            <ac:spMk id="10" creationId="{6C9ED96F-0922-DE67-4F3E-94137B311F7B}"/>
          </ac:spMkLst>
        </pc:spChg>
      </pc:sldChg>
      <pc:sldChg chg="delSp modSp add mod">
        <pc:chgData name="Séamus Cummins" userId="9cbc4947-2644-4ffd-8985-8dfea9f9d8f2" providerId="ADAL" clId="{52D3679E-C8EB-4FED-9467-7F6E2156AACE}" dt="2026-10-07T10:40:43.975" v="410" actId="478"/>
        <pc:sldMkLst>
          <pc:docMk/>
          <pc:sldMk cId="203810198" sldId="333"/>
        </pc:sldMkLst>
        <pc:spChg chg="mod">
          <ac:chgData name="Séamus Cummins" userId="9cbc4947-2644-4ffd-8985-8dfea9f9d8f2" providerId="ADAL" clId="{52D3679E-C8EB-4FED-9467-7F6E2156AACE}" dt="2026-10-07T10:37:03.786" v="379"/>
          <ac:spMkLst>
            <pc:docMk/>
            <pc:sldMk cId="203810198" sldId="333"/>
            <ac:spMk id="3" creationId="{F0674C45-0EE3-DBE6-4D84-EF5C1870FBF9}"/>
          </ac:spMkLst>
        </pc:spChg>
        <pc:spChg chg="mod">
          <ac:chgData name="Séamus Cummins" userId="9cbc4947-2644-4ffd-8985-8dfea9f9d8f2" providerId="ADAL" clId="{52D3679E-C8EB-4FED-9467-7F6E2156AACE}" dt="2026-10-07T10:36:50.722" v="378" actId="113"/>
          <ac:spMkLst>
            <pc:docMk/>
            <pc:sldMk cId="203810198" sldId="333"/>
            <ac:spMk id="4" creationId="{595E17E6-2D0F-18B9-AA59-39C8A8FEB001}"/>
          </ac:spMkLst>
        </pc:spChg>
        <pc:spChg chg="del">
          <ac:chgData name="Séamus Cummins" userId="9cbc4947-2644-4ffd-8985-8dfea9f9d8f2" providerId="ADAL" clId="{52D3679E-C8EB-4FED-9467-7F6E2156AACE}" dt="2026-10-07T10:40:41.932" v="409" actId="478"/>
          <ac:spMkLst>
            <pc:docMk/>
            <pc:sldMk cId="203810198" sldId="333"/>
            <ac:spMk id="5" creationId="{83A0A190-26FC-6912-59B5-030BBA17B2F0}"/>
          </ac:spMkLst>
        </pc:spChg>
        <pc:spChg chg="del">
          <ac:chgData name="Séamus Cummins" userId="9cbc4947-2644-4ffd-8985-8dfea9f9d8f2" providerId="ADAL" clId="{52D3679E-C8EB-4FED-9467-7F6E2156AACE}" dt="2026-10-07T10:40:41.932" v="409" actId="478"/>
          <ac:spMkLst>
            <pc:docMk/>
            <pc:sldMk cId="203810198" sldId="333"/>
            <ac:spMk id="6" creationId="{096C9A1E-3677-8AC5-7BF5-BD9E17CE4E01}"/>
          </ac:spMkLst>
        </pc:spChg>
        <pc:spChg chg="del">
          <ac:chgData name="Séamus Cummins" userId="9cbc4947-2644-4ffd-8985-8dfea9f9d8f2" providerId="ADAL" clId="{52D3679E-C8EB-4FED-9467-7F6E2156AACE}" dt="2026-10-07T10:40:41.932" v="409" actId="478"/>
          <ac:spMkLst>
            <pc:docMk/>
            <pc:sldMk cId="203810198" sldId="333"/>
            <ac:spMk id="7" creationId="{58F800AF-F62C-0EBF-BD6B-3D1179B5A9DC}"/>
          </ac:spMkLst>
        </pc:spChg>
        <pc:spChg chg="del">
          <ac:chgData name="Séamus Cummins" userId="9cbc4947-2644-4ffd-8985-8dfea9f9d8f2" providerId="ADAL" clId="{52D3679E-C8EB-4FED-9467-7F6E2156AACE}" dt="2026-10-07T10:40:41.932" v="409" actId="478"/>
          <ac:spMkLst>
            <pc:docMk/>
            <pc:sldMk cId="203810198" sldId="333"/>
            <ac:spMk id="8" creationId="{3CD2691E-126B-4E68-C2F3-D4391905D967}"/>
          </ac:spMkLst>
        </pc:spChg>
        <pc:spChg chg="del">
          <ac:chgData name="Séamus Cummins" userId="9cbc4947-2644-4ffd-8985-8dfea9f9d8f2" providerId="ADAL" clId="{52D3679E-C8EB-4FED-9467-7F6E2156AACE}" dt="2026-10-07T10:40:43.975" v="410" actId="478"/>
          <ac:spMkLst>
            <pc:docMk/>
            <pc:sldMk cId="203810198" sldId="333"/>
            <ac:spMk id="9" creationId="{B9371F44-ADCF-BA81-A30F-3DF39FA80F44}"/>
          </ac:spMkLst>
        </pc:spChg>
        <pc:spChg chg="mod">
          <ac:chgData name="Séamus Cummins" userId="9cbc4947-2644-4ffd-8985-8dfea9f9d8f2" providerId="ADAL" clId="{52D3679E-C8EB-4FED-9467-7F6E2156AACE}" dt="2026-10-07T10:37:12.237" v="396" actId="20577"/>
          <ac:spMkLst>
            <pc:docMk/>
            <pc:sldMk cId="203810198" sldId="333"/>
            <ac:spMk id="10" creationId="{D7C38CF5-F6A1-042D-EACB-EFDA555E6A8D}"/>
          </ac:spMkLst>
        </pc:spChg>
      </pc:sldChg>
      <pc:sldChg chg="delSp modSp add mod">
        <pc:chgData name="Séamus Cummins" userId="9cbc4947-2644-4ffd-8985-8dfea9f9d8f2" providerId="ADAL" clId="{52D3679E-C8EB-4FED-9467-7F6E2156AACE}" dt="2026-10-07T10:40:39.209" v="408" actId="478"/>
        <pc:sldMkLst>
          <pc:docMk/>
          <pc:sldMk cId="1290776212" sldId="334"/>
        </pc:sldMkLst>
        <pc:spChg chg="mod">
          <ac:chgData name="Séamus Cummins" userId="9cbc4947-2644-4ffd-8985-8dfea9f9d8f2" providerId="ADAL" clId="{52D3679E-C8EB-4FED-9467-7F6E2156AACE}" dt="2026-10-07T10:37:51.829" v="398"/>
          <ac:spMkLst>
            <pc:docMk/>
            <pc:sldMk cId="1290776212" sldId="334"/>
            <ac:spMk id="3" creationId="{9A89D4C4-5DEF-B055-378E-B349031B0036}"/>
          </ac:spMkLst>
        </pc:spChg>
        <pc:spChg chg="mod">
          <ac:chgData name="Séamus Cummins" userId="9cbc4947-2644-4ffd-8985-8dfea9f9d8f2" providerId="ADAL" clId="{52D3679E-C8EB-4FED-9467-7F6E2156AACE}" dt="2026-10-07T10:38:16.392" v="401" actId="113"/>
          <ac:spMkLst>
            <pc:docMk/>
            <pc:sldMk cId="1290776212" sldId="334"/>
            <ac:spMk id="4" creationId="{67AB0D64-4CF1-F038-C08B-919502EEBEBE}"/>
          </ac:spMkLst>
        </pc:spChg>
        <pc:spChg chg="del">
          <ac:chgData name="Séamus Cummins" userId="9cbc4947-2644-4ffd-8985-8dfea9f9d8f2" providerId="ADAL" clId="{52D3679E-C8EB-4FED-9467-7F6E2156AACE}" dt="2026-10-07T10:40:37.342" v="407" actId="478"/>
          <ac:spMkLst>
            <pc:docMk/>
            <pc:sldMk cId="1290776212" sldId="334"/>
            <ac:spMk id="5" creationId="{540850AE-73B4-9BCC-33C3-7A92C2FFEFFF}"/>
          </ac:spMkLst>
        </pc:spChg>
        <pc:spChg chg="del">
          <ac:chgData name="Séamus Cummins" userId="9cbc4947-2644-4ffd-8985-8dfea9f9d8f2" providerId="ADAL" clId="{52D3679E-C8EB-4FED-9467-7F6E2156AACE}" dt="2026-10-07T10:40:37.342" v="407" actId="478"/>
          <ac:spMkLst>
            <pc:docMk/>
            <pc:sldMk cId="1290776212" sldId="334"/>
            <ac:spMk id="6" creationId="{1FB512C8-AD0B-EEB0-EF02-5C97B3D9C8D8}"/>
          </ac:spMkLst>
        </pc:spChg>
        <pc:spChg chg="del">
          <ac:chgData name="Séamus Cummins" userId="9cbc4947-2644-4ffd-8985-8dfea9f9d8f2" providerId="ADAL" clId="{52D3679E-C8EB-4FED-9467-7F6E2156AACE}" dt="2026-10-07T10:40:37.342" v="407" actId="478"/>
          <ac:spMkLst>
            <pc:docMk/>
            <pc:sldMk cId="1290776212" sldId="334"/>
            <ac:spMk id="7" creationId="{7BCC0802-00BA-89FB-8189-3F47C6F069EF}"/>
          </ac:spMkLst>
        </pc:spChg>
        <pc:spChg chg="del">
          <ac:chgData name="Séamus Cummins" userId="9cbc4947-2644-4ffd-8985-8dfea9f9d8f2" providerId="ADAL" clId="{52D3679E-C8EB-4FED-9467-7F6E2156AACE}" dt="2026-10-07T10:40:37.342" v="407" actId="478"/>
          <ac:spMkLst>
            <pc:docMk/>
            <pc:sldMk cId="1290776212" sldId="334"/>
            <ac:spMk id="8" creationId="{48FA88F2-5CFD-6AEE-041F-43AAF0DBD070}"/>
          </ac:spMkLst>
        </pc:spChg>
        <pc:spChg chg="del">
          <ac:chgData name="Séamus Cummins" userId="9cbc4947-2644-4ffd-8985-8dfea9f9d8f2" providerId="ADAL" clId="{52D3679E-C8EB-4FED-9467-7F6E2156AACE}" dt="2026-10-07T10:40:39.209" v="408" actId="478"/>
          <ac:spMkLst>
            <pc:docMk/>
            <pc:sldMk cId="1290776212" sldId="334"/>
            <ac:spMk id="9" creationId="{4ABED3B8-FEBD-0261-72B9-97C2A692DDAC}"/>
          </ac:spMkLst>
        </pc:spChg>
        <pc:spChg chg="mod">
          <ac:chgData name="Séamus Cummins" userId="9cbc4947-2644-4ffd-8985-8dfea9f9d8f2" providerId="ADAL" clId="{52D3679E-C8EB-4FED-9467-7F6E2156AACE}" dt="2026-10-07T10:37:39.061" v="397"/>
          <ac:spMkLst>
            <pc:docMk/>
            <pc:sldMk cId="1290776212" sldId="334"/>
            <ac:spMk id="10" creationId="{E006EAB1-3B9D-2EDF-1D93-D7FA03E5E6C4}"/>
          </ac:spMkLst>
        </pc:spChg>
      </pc:sldChg>
      <pc:sldChg chg="modSp add del mod">
        <pc:chgData name="Séamus Cummins" userId="9cbc4947-2644-4ffd-8985-8dfea9f9d8f2" providerId="ADAL" clId="{52D3679E-C8EB-4FED-9467-7F6E2156AACE}" dt="2026-10-07T10:40:30.824" v="405" actId="2696"/>
        <pc:sldMkLst>
          <pc:docMk/>
          <pc:sldMk cId="2798381206" sldId="335"/>
        </pc:sldMkLst>
        <pc:spChg chg="mod">
          <ac:chgData name="Séamus Cummins" userId="9cbc4947-2644-4ffd-8985-8dfea9f9d8f2" providerId="ADAL" clId="{52D3679E-C8EB-4FED-9467-7F6E2156AACE}" dt="2026-10-07T10:39:26.826" v="404" actId="113"/>
          <ac:spMkLst>
            <pc:docMk/>
            <pc:sldMk cId="2798381206" sldId="335"/>
            <ac:spMk id="4" creationId="{A3B5B9B5-D9FD-8E9E-67DD-331B42C75B98}"/>
          </ac:spMkLst>
        </pc:spChg>
      </pc:sldChg>
      <pc:sldChg chg="add del">
        <pc:chgData name="Séamus Cummins" userId="9cbc4947-2644-4ffd-8985-8dfea9f9d8f2" providerId="ADAL" clId="{52D3679E-C8EB-4FED-9467-7F6E2156AACE}" dt="2026-10-07T10:40:33.068" v="406" actId="47"/>
        <pc:sldMkLst>
          <pc:docMk/>
          <pc:sldMk cId="2579758180" sldId="336"/>
        </pc:sldMkLst>
      </pc:sldChg>
      <pc:sldMasterChg chg="del delSldLayout">
        <pc:chgData name="Séamus Cummins" userId="9cbc4947-2644-4ffd-8985-8dfea9f9d8f2" providerId="ADAL" clId="{52D3679E-C8EB-4FED-9467-7F6E2156AACE}" dt="2026-10-06T08:04:56.985" v="39"/>
        <pc:sldMasterMkLst>
          <pc:docMk/>
          <pc:sldMasterMk cId="3028816505" sldId="2147483790"/>
        </pc:sldMasterMkLst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3028816505" sldId="2147483790"/>
            <pc:sldLayoutMk cId="2526221852" sldId="2147483791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3028816505" sldId="2147483790"/>
            <pc:sldLayoutMk cId="3411164925" sldId="2147483792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3028816505" sldId="2147483790"/>
            <pc:sldLayoutMk cId="3602472939" sldId="2147483793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3028816505" sldId="2147483790"/>
            <pc:sldLayoutMk cId="3782474782" sldId="2147483794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3028816505" sldId="2147483790"/>
            <pc:sldLayoutMk cId="277593268" sldId="2147483795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3028816505" sldId="2147483790"/>
            <pc:sldLayoutMk cId="2534259647" sldId="2147483796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3028816505" sldId="2147483790"/>
            <pc:sldLayoutMk cId="2894090864" sldId="2147483797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17:00.981" v="141" actId="47"/>
        <pc:sldMasterMkLst>
          <pc:docMk/>
          <pc:sldMasterMk cId="45557921" sldId="2147483822"/>
        </pc:sldMasterMkLst>
        <pc:sldLayoutChg chg="del">
          <pc:chgData name="Séamus Cummins" userId="9cbc4947-2644-4ffd-8985-8dfea9f9d8f2" providerId="ADAL" clId="{52D3679E-C8EB-4FED-9467-7F6E2156AACE}" dt="2026-10-06T08:17:00.981" v="141" actId="47"/>
          <pc:sldLayoutMkLst>
            <pc:docMk/>
            <pc:sldMasterMk cId="45557921" sldId="2147483822"/>
            <pc:sldLayoutMk cId="2093517993" sldId="2147483823"/>
          </pc:sldLayoutMkLst>
        </pc:sldLayoutChg>
        <pc:sldLayoutChg chg="del">
          <pc:chgData name="Séamus Cummins" userId="9cbc4947-2644-4ffd-8985-8dfea9f9d8f2" providerId="ADAL" clId="{52D3679E-C8EB-4FED-9467-7F6E2156AACE}" dt="2026-10-06T08:17:00.981" v="141" actId="47"/>
          <pc:sldLayoutMkLst>
            <pc:docMk/>
            <pc:sldMasterMk cId="45557921" sldId="2147483822"/>
            <pc:sldLayoutMk cId="1243797162" sldId="2147483824"/>
          </pc:sldLayoutMkLst>
        </pc:sldLayoutChg>
        <pc:sldLayoutChg chg="del">
          <pc:chgData name="Séamus Cummins" userId="9cbc4947-2644-4ffd-8985-8dfea9f9d8f2" providerId="ADAL" clId="{52D3679E-C8EB-4FED-9467-7F6E2156AACE}" dt="2026-10-06T08:17:00.981" v="141" actId="47"/>
          <pc:sldLayoutMkLst>
            <pc:docMk/>
            <pc:sldMasterMk cId="45557921" sldId="2147483822"/>
            <pc:sldLayoutMk cId="3405547774" sldId="2147483825"/>
          </pc:sldLayoutMkLst>
        </pc:sldLayoutChg>
        <pc:sldLayoutChg chg="del">
          <pc:chgData name="Séamus Cummins" userId="9cbc4947-2644-4ffd-8985-8dfea9f9d8f2" providerId="ADAL" clId="{52D3679E-C8EB-4FED-9467-7F6E2156AACE}" dt="2026-10-06T08:17:00.981" v="141" actId="47"/>
          <pc:sldLayoutMkLst>
            <pc:docMk/>
            <pc:sldMasterMk cId="45557921" sldId="2147483822"/>
            <pc:sldLayoutMk cId="3230444256" sldId="2147483826"/>
          </pc:sldLayoutMkLst>
        </pc:sldLayoutChg>
        <pc:sldLayoutChg chg="del">
          <pc:chgData name="Séamus Cummins" userId="9cbc4947-2644-4ffd-8985-8dfea9f9d8f2" providerId="ADAL" clId="{52D3679E-C8EB-4FED-9467-7F6E2156AACE}" dt="2026-10-06T08:17:00.981" v="141" actId="47"/>
          <pc:sldLayoutMkLst>
            <pc:docMk/>
            <pc:sldMasterMk cId="45557921" sldId="2147483822"/>
            <pc:sldLayoutMk cId="624275230" sldId="2147483827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23:21.630" v="161" actId="47"/>
        <pc:sldMasterMkLst>
          <pc:docMk/>
          <pc:sldMasterMk cId="1986903160" sldId="2147483822"/>
        </pc:sldMasterMkLst>
        <pc:sldLayoutChg chg="del">
          <pc:chgData name="Séamus Cummins" userId="9cbc4947-2644-4ffd-8985-8dfea9f9d8f2" providerId="ADAL" clId="{52D3679E-C8EB-4FED-9467-7F6E2156AACE}" dt="2026-10-06T08:23:21.630" v="161" actId="47"/>
          <pc:sldLayoutMkLst>
            <pc:docMk/>
            <pc:sldMasterMk cId="1986903160" sldId="2147483822"/>
            <pc:sldLayoutMk cId="778939810" sldId="2147483823"/>
          </pc:sldLayoutMkLst>
        </pc:sldLayoutChg>
        <pc:sldLayoutChg chg="del">
          <pc:chgData name="Séamus Cummins" userId="9cbc4947-2644-4ffd-8985-8dfea9f9d8f2" providerId="ADAL" clId="{52D3679E-C8EB-4FED-9467-7F6E2156AACE}" dt="2026-10-06T08:23:21.630" v="161" actId="47"/>
          <pc:sldLayoutMkLst>
            <pc:docMk/>
            <pc:sldMasterMk cId="1986903160" sldId="2147483822"/>
            <pc:sldLayoutMk cId="1549019495" sldId="2147483824"/>
          </pc:sldLayoutMkLst>
        </pc:sldLayoutChg>
        <pc:sldLayoutChg chg="del">
          <pc:chgData name="Séamus Cummins" userId="9cbc4947-2644-4ffd-8985-8dfea9f9d8f2" providerId="ADAL" clId="{52D3679E-C8EB-4FED-9467-7F6E2156AACE}" dt="2026-10-06T08:23:21.630" v="161" actId="47"/>
          <pc:sldLayoutMkLst>
            <pc:docMk/>
            <pc:sldMasterMk cId="1986903160" sldId="2147483822"/>
            <pc:sldLayoutMk cId="2026325508" sldId="2147483825"/>
          </pc:sldLayoutMkLst>
        </pc:sldLayoutChg>
        <pc:sldLayoutChg chg="del">
          <pc:chgData name="Séamus Cummins" userId="9cbc4947-2644-4ffd-8985-8dfea9f9d8f2" providerId="ADAL" clId="{52D3679E-C8EB-4FED-9467-7F6E2156AACE}" dt="2026-10-06T08:23:21.630" v="161" actId="47"/>
          <pc:sldLayoutMkLst>
            <pc:docMk/>
            <pc:sldMasterMk cId="1986903160" sldId="2147483822"/>
            <pc:sldLayoutMk cId="3218237285" sldId="2147483826"/>
          </pc:sldLayoutMkLst>
        </pc:sldLayoutChg>
        <pc:sldLayoutChg chg="del">
          <pc:chgData name="Séamus Cummins" userId="9cbc4947-2644-4ffd-8985-8dfea9f9d8f2" providerId="ADAL" clId="{52D3679E-C8EB-4FED-9467-7F6E2156AACE}" dt="2026-10-06T08:23:21.630" v="161" actId="47"/>
          <pc:sldLayoutMkLst>
            <pc:docMk/>
            <pc:sldMasterMk cId="1986903160" sldId="2147483822"/>
            <pc:sldLayoutMk cId="74322479" sldId="2147483827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11:29.288" v="59" actId="47"/>
        <pc:sldMasterMkLst>
          <pc:docMk/>
          <pc:sldMasterMk cId="3629787599" sldId="2147483822"/>
        </pc:sldMasterMkLst>
        <pc:sldLayoutChg chg="del">
          <pc:chgData name="Séamus Cummins" userId="9cbc4947-2644-4ffd-8985-8dfea9f9d8f2" providerId="ADAL" clId="{52D3679E-C8EB-4FED-9467-7F6E2156AACE}" dt="2026-10-06T08:11:29.288" v="59" actId="47"/>
          <pc:sldLayoutMkLst>
            <pc:docMk/>
            <pc:sldMasterMk cId="3629787599" sldId="2147483822"/>
            <pc:sldLayoutMk cId="2674521995" sldId="2147483823"/>
          </pc:sldLayoutMkLst>
        </pc:sldLayoutChg>
        <pc:sldLayoutChg chg="del">
          <pc:chgData name="Séamus Cummins" userId="9cbc4947-2644-4ffd-8985-8dfea9f9d8f2" providerId="ADAL" clId="{52D3679E-C8EB-4FED-9467-7F6E2156AACE}" dt="2026-10-06T08:11:29.288" v="59" actId="47"/>
          <pc:sldLayoutMkLst>
            <pc:docMk/>
            <pc:sldMasterMk cId="3629787599" sldId="2147483822"/>
            <pc:sldLayoutMk cId="1330777818" sldId="2147483824"/>
          </pc:sldLayoutMkLst>
        </pc:sldLayoutChg>
        <pc:sldLayoutChg chg="del">
          <pc:chgData name="Séamus Cummins" userId="9cbc4947-2644-4ffd-8985-8dfea9f9d8f2" providerId="ADAL" clId="{52D3679E-C8EB-4FED-9467-7F6E2156AACE}" dt="2026-10-06T08:11:29.288" v="59" actId="47"/>
          <pc:sldLayoutMkLst>
            <pc:docMk/>
            <pc:sldMasterMk cId="3629787599" sldId="2147483822"/>
            <pc:sldLayoutMk cId="3006743608" sldId="2147483825"/>
          </pc:sldLayoutMkLst>
        </pc:sldLayoutChg>
        <pc:sldLayoutChg chg="del">
          <pc:chgData name="Séamus Cummins" userId="9cbc4947-2644-4ffd-8985-8dfea9f9d8f2" providerId="ADAL" clId="{52D3679E-C8EB-4FED-9467-7F6E2156AACE}" dt="2026-10-06T08:11:29.288" v="59" actId="47"/>
          <pc:sldLayoutMkLst>
            <pc:docMk/>
            <pc:sldMasterMk cId="3629787599" sldId="2147483822"/>
            <pc:sldLayoutMk cId="1125926213" sldId="2147483826"/>
          </pc:sldLayoutMkLst>
        </pc:sldLayoutChg>
        <pc:sldLayoutChg chg="del">
          <pc:chgData name="Séamus Cummins" userId="9cbc4947-2644-4ffd-8985-8dfea9f9d8f2" providerId="ADAL" clId="{52D3679E-C8EB-4FED-9467-7F6E2156AACE}" dt="2026-10-06T08:11:29.288" v="59" actId="47"/>
          <pc:sldLayoutMkLst>
            <pc:docMk/>
            <pc:sldMasterMk cId="3629787599" sldId="2147483822"/>
            <pc:sldLayoutMk cId="2725931846" sldId="2147483827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17:02.461" v="159" actId="47"/>
        <pc:sldMasterMkLst>
          <pc:docMk/>
          <pc:sldMasterMk cId="1772859987" sldId="2147483828"/>
        </pc:sldMasterMkLst>
        <pc:sldLayoutChg chg="del">
          <pc:chgData name="Séamus Cummins" userId="9cbc4947-2644-4ffd-8985-8dfea9f9d8f2" providerId="ADAL" clId="{52D3679E-C8EB-4FED-9467-7F6E2156AACE}" dt="2026-10-06T08:17:02.461" v="159" actId="47"/>
          <pc:sldLayoutMkLst>
            <pc:docMk/>
            <pc:sldMasterMk cId="1772859987" sldId="2147483828"/>
            <pc:sldLayoutMk cId="131634495" sldId="2147483829"/>
          </pc:sldLayoutMkLst>
        </pc:sldLayoutChg>
        <pc:sldLayoutChg chg="del">
          <pc:chgData name="Séamus Cummins" userId="9cbc4947-2644-4ffd-8985-8dfea9f9d8f2" providerId="ADAL" clId="{52D3679E-C8EB-4FED-9467-7F6E2156AACE}" dt="2026-10-06T08:17:02.461" v="159" actId="47"/>
          <pc:sldLayoutMkLst>
            <pc:docMk/>
            <pc:sldMasterMk cId="1772859987" sldId="2147483828"/>
            <pc:sldLayoutMk cId="1268978149" sldId="2147483830"/>
          </pc:sldLayoutMkLst>
        </pc:sldLayoutChg>
        <pc:sldLayoutChg chg="del">
          <pc:chgData name="Séamus Cummins" userId="9cbc4947-2644-4ffd-8985-8dfea9f9d8f2" providerId="ADAL" clId="{52D3679E-C8EB-4FED-9467-7F6E2156AACE}" dt="2026-10-06T08:17:02.461" v="159" actId="47"/>
          <pc:sldLayoutMkLst>
            <pc:docMk/>
            <pc:sldMasterMk cId="1772859987" sldId="2147483828"/>
            <pc:sldLayoutMk cId="3464248109" sldId="2147483831"/>
          </pc:sldLayoutMkLst>
        </pc:sldLayoutChg>
        <pc:sldLayoutChg chg="del">
          <pc:chgData name="Séamus Cummins" userId="9cbc4947-2644-4ffd-8985-8dfea9f9d8f2" providerId="ADAL" clId="{52D3679E-C8EB-4FED-9467-7F6E2156AACE}" dt="2026-10-06T08:17:02.461" v="159" actId="47"/>
          <pc:sldLayoutMkLst>
            <pc:docMk/>
            <pc:sldMasterMk cId="1772859987" sldId="2147483828"/>
            <pc:sldLayoutMk cId="638490263" sldId="2147483832"/>
          </pc:sldLayoutMkLst>
        </pc:sldLayoutChg>
        <pc:sldLayoutChg chg="del">
          <pc:chgData name="Séamus Cummins" userId="9cbc4947-2644-4ffd-8985-8dfea9f9d8f2" providerId="ADAL" clId="{52D3679E-C8EB-4FED-9467-7F6E2156AACE}" dt="2026-10-06T08:17:02.461" v="159" actId="47"/>
          <pc:sldLayoutMkLst>
            <pc:docMk/>
            <pc:sldMasterMk cId="1772859987" sldId="2147483828"/>
            <pc:sldLayoutMk cId="592598392" sldId="2147483833"/>
          </pc:sldLayoutMkLst>
        </pc:sldLayoutChg>
        <pc:sldLayoutChg chg="del">
          <pc:chgData name="Séamus Cummins" userId="9cbc4947-2644-4ffd-8985-8dfea9f9d8f2" providerId="ADAL" clId="{52D3679E-C8EB-4FED-9467-7F6E2156AACE}" dt="2026-10-06T08:17:02.461" v="159" actId="47"/>
          <pc:sldLayoutMkLst>
            <pc:docMk/>
            <pc:sldMasterMk cId="1772859987" sldId="2147483828"/>
            <pc:sldLayoutMk cId="971115727" sldId="2147483834"/>
          </pc:sldLayoutMkLst>
        </pc:sldLayoutChg>
        <pc:sldLayoutChg chg="del">
          <pc:chgData name="Séamus Cummins" userId="9cbc4947-2644-4ffd-8985-8dfea9f9d8f2" providerId="ADAL" clId="{52D3679E-C8EB-4FED-9467-7F6E2156AACE}" dt="2026-10-06T08:17:02.461" v="159" actId="47"/>
          <pc:sldLayoutMkLst>
            <pc:docMk/>
            <pc:sldMasterMk cId="1772859987" sldId="2147483828"/>
            <pc:sldLayoutMk cId="720230750" sldId="2147483835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11:29.527" v="60" actId="47"/>
        <pc:sldMasterMkLst>
          <pc:docMk/>
          <pc:sldMasterMk cId="2660525781" sldId="2147483828"/>
        </pc:sldMasterMkLst>
        <pc:sldLayoutChg chg="del">
          <pc:chgData name="Séamus Cummins" userId="9cbc4947-2644-4ffd-8985-8dfea9f9d8f2" providerId="ADAL" clId="{52D3679E-C8EB-4FED-9467-7F6E2156AACE}" dt="2026-10-06T08:11:29.527" v="60" actId="47"/>
          <pc:sldLayoutMkLst>
            <pc:docMk/>
            <pc:sldMasterMk cId="2660525781" sldId="2147483828"/>
            <pc:sldLayoutMk cId="1840136153" sldId="2147483829"/>
          </pc:sldLayoutMkLst>
        </pc:sldLayoutChg>
        <pc:sldLayoutChg chg="del">
          <pc:chgData name="Séamus Cummins" userId="9cbc4947-2644-4ffd-8985-8dfea9f9d8f2" providerId="ADAL" clId="{52D3679E-C8EB-4FED-9467-7F6E2156AACE}" dt="2026-10-06T08:11:29.527" v="60" actId="47"/>
          <pc:sldLayoutMkLst>
            <pc:docMk/>
            <pc:sldMasterMk cId="2660525781" sldId="2147483828"/>
            <pc:sldLayoutMk cId="3689783767" sldId="2147483830"/>
          </pc:sldLayoutMkLst>
        </pc:sldLayoutChg>
        <pc:sldLayoutChg chg="del">
          <pc:chgData name="Séamus Cummins" userId="9cbc4947-2644-4ffd-8985-8dfea9f9d8f2" providerId="ADAL" clId="{52D3679E-C8EB-4FED-9467-7F6E2156AACE}" dt="2026-10-06T08:11:29.527" v="60" actId="47"/>
          <pc:sldLayoutMkLst>
            <pc:docMk/>
            <pc:sldMasterMk cId="2660525781" sldId="2147483828"/>
            <pc:sldLayoutMk cId="2599550793" sldId="2147483831"/>
          </pc:sldLayoutMkLst>
        </pc:sldLayoutChg>
        <pc:sldLayoutChg chg="del">
          <pc:chgData name="Séamus Cummins" userId="9cbc4947-2644-4ffd-8985-8dfea9f9d8f2" providerId="ADAL" clId="{52D3679E-C8EB-4FED-9467-7F6E2156AACE}" dt="2026-10-06T08:11:29.527" v="60" actId="47"/>
          <pc:sldLayoutMkLst>
            <pc:docMk/>
            <pc:sldMasterMk cId="2660525781" sldId="2147483828"/>
            <pc:sldLayoutMk cId="741528792" sldId="2147483832"/>
          </pc:sldLayoutMkLst>
        </pc:sldLayoutChg>
        <pc:sldLayoutChg chg="del">
          <pc:chgData name="Séamus Cummins" userId="9cbc4947-2644-4ffd-8985-8dfea9f9d8f2" providerId="ADAL" clId="{52D3679E-C8EB-4FED-9467-7F6E2156AACE}" dt="2026-10-06T08:11:29.527" v="60" actId="47"/>
          <pc:sldLayoutMkLst>
            <pc:docMk/>
            <pc:sldMasterMk cId="2660525781" sldId="2147483828"/>
            <pc:sldLayoutMk cId="2370115967" sldId="2147483833"/>
          </pc:sldLayoutMkLst>
        </pc:sldLayoutChg>
        <pc:sldLayoutChg chg="del">
          <pc:chgData name="Séamus Cummins" userId="9cbc4947-2644-4ffd-8985-8dfea9f9d8f2" providerId="ADAL" clId="{52D3679E-C8EB-4FED-9467-7F6E2156AACE}" dt="2026-10-06T08:11:29.527" v="60" actId="47"/>
          <pc:sldLayoutMkLst>
            <pc:docMk/>
            <pc:sldMasterMk cId="2660525781" sldId="2147483828"/>
            <pc:sldLayoutMk cId="3001765949" sldId="2147483834"/>
          </pc:sldLayoutMkLst>
        </pc:sldLayoutChg>
        <pc:sldLayoutChg chg="del">
          <pc:chgData name="Séamus Cummins" userId="9cbc4947-2644-4ffd-8985-8dfea9f9d8f2" providerId="ADAL" clId="{52D3679E-C8EB-4FED-9467-7F6E2156AACE}" dt="2026-10-06T08:11:29.527" v="60" actId="47"/>
          <pc:sldLayoutMkLst>
            <pc:docMk/>
            <pc:sldMasterMk cId="2660525781" sldId="2147483828"/>
            <pc:sldLayoutMk cId="3460754336" sldId="2147483835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23:23.410" v="201" actId="47"/>
        <pc:sldMasterMkLst>
          <pc:docMk/>
          <pc:sldMasterMk cId="3604661407" sldId="2147483828"/>
        </pc:sldMasterMkLst>
        <pc:sldLayoutChg chg="del">
          <pc:chgData name="Séamus Cummins" userId="9cbc4947-2644-4ffd-8985-8dfea9f9d8f2" providerId="ADAL" clId="{52D3679E-C8EB-4FED-9467-7F6E2156AACE}" dt="2026-10-06T08:23:23.410" v="201" actId="47"/>
          <pc:sldLayoutMkLst>
            <pc:docMk/>
            <pc:sldMasterMk cId="3604661407" sldId="2147483828"/>
            <pc:sldLayoutMk cId="3020579073" sldId="2147483829"/>
          </pc:sldLayoutMkLst>
        </pc:sldLayoutChg>
        <pc:sldLayoutChg chg="del">
          <pc:chgData name="Séamus Cummins" userId="9cbc4947-2644-4ffd-8985-8dfea9f9d8f2" providerId="ADAL" clId="{52D3679E-C8EB-4FED-9467-7F6E2156AACE}" dt="2026-10-06T08:23:23.410" v="201" actId="47"/>
          <pc:sldLayoutMkLst>
            <pc:docMk/>
            <pc:sldMasterMk cId="3604661407" sldId="2147483828"/>
            <pc:sldLayoutMk cId="1716585277" sldId="2147483830"/>
          </pc:sldLayoutMkLst>
        </pc:sldLayoutChg>
        <pc:sldLayoutChg chg="del">
          <pc:chgData name="Séamus Cummins" userId="9cbc4947-2644-4ffd-8985-8dfea9f9d8f2" providerId="ADAL" clId="{52D3679E-C8EB-4FED-9467-7F6E2156AACE}" dt="2026-10-06T08:23:23.410" v="201" actId="47"/>
          <pc:sldLayoutMkLst>
            <pc:docMk/>
            <pc:sldMasterMk cId="3604661407" sldId="2147483828"/>
            <pc:sldLayoutMk cId="444849915" sldId="2147483831"/>
          </pc:sldLayoutMkLst>
        </pc:sldLayoutChg>
        <pc:sldLayoutChg chg="del">
          <pc:chgData name="Séamus Cummins" userId="9cbc4947-2644-4ffd-8985-8dfea9f9d8f2" providerId="ADAL" clId="{52D3679E-C8EB-4FED-9467-7F6E2156AACE}" dt="2026-10-06T08:23:23.410" v="201" actId="47"/>
          <pc:sldLayoutMkLst>
            <pc:docMk/>
            <pc:sldMasterMk cId="3604661407" sldId="2147483828"/>
            <pc:sldLayoutMk cId="2751407965" sldId="2147483832"/>
          </pc:sldLayoutMkLst>
        </pc:sldLayoutChg>
        <pc:sldLayoutChg chg="del">
          <pc:chgData name="Séamus Cummins" userId="9cbc4947-2644-4ffd-8985-8dfea9f9d8f2" providerId="ADAL" clId="{52D3679E-C8EB-4FED-9467-7F6E2156AACE}" dt="2026-10-06T08:23:23.410" v="201" actId="47"/>
          <pc:sldLayoutMkLst>
            <pc:docMk/>
            <pc:sldMasterMk cId="3604661407" sldId="2147483828"/>
            <pc:sldLayoutMk cId="3094288682" sldId="2147483833"/>
          </pc:sldLayoutMkLst>
        </pc:sldLayoutChg>
        <pc:sldLayoutChg chg="del">
          <pc:chgData name="Séamus Cummins" userId="9cbc4947-2644-4ffd-8985-8dfea9f9d8f2" providerId="ADAL" clId="{52D3679E-C8EB-4FED-9467-7F6E2156AACE}" dt="2026-10-06T08:23:23.410" v="201" actId="47"/>
          <pc:sldLayoutMkLst>
            <pc:docMk/>
            <pc:sldMasterMk cId="3604661407" sldId="2147483828"/>
            <pc:sldLayoutMk cId="3617345023" sldId="2147483834"/>
          </pc:sldLayoutMkLst>
        </pc:sldLayoutChg>
        <pc:sldLayoutChg chg="del">
          <pc:chgData name="Séamus Cummins" userId="9cbc4947-2644-4ffd-8985-8dfea9f9d8f2" providerId="ADAL" clId="{52D3679E-C8EB-4FED-9467-7F6E2156AACE}" dt="2026-10-06T08:23:23.410" v="201" actId="47"/>
          <pc:sldLayoutMkLst>
            <pc:docMk/>
            <pc:sldMasterMk cId="3604661407" sldId="2147483828"/>
            <pc:sldLayoutMk cId="1585273911" sldId="2147483835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7T10:19:01.762" v="307" actId="47"/>
        <pc:sldMasterMkLst>
          <pc:docMk/>
          <pc:sldMasterMk cId="4080015251" sldId="2147483828"/>
        </pc:sldMasterMkLst>
        <pc:sldLayoutChg chg="del">
          <pc:chgData name="Séamus Cummins" userId="9cbc4947-2644-4ffd-8985-8dfea9f9d8f2" providerId="ADAL" clId="{52D3679E-C8EB-4FED-9467-7F6E2156AACE}" dt="2026-10-07T10:19:01.762" v="307" actId="47"/>
          <pc:sldLayoutMkLst>
            <pc:docMk/>
            <pc:sldMasterMk cId="4080015251" sldId="2147483828"/>
            <pc:sldLayoutMk cId="1971276376" sldId="2147483829"/>
          </pc:sldLayoutMkLst>
        </pc:sldLayoutChg>
        <pc:sldLayoutChg chg="del">
          <pc:chgData name="Séamus Cummins" userId="9cbc4947-2644-4ffd-8985-8dfea9f9d8f2" providerId="ADAL" clId="{52D3679E-C8EB-4FED-9467-7F6E2156AACE}" dt="2026-10-07T10:19:01.762" v="307" actId="47"/>
          <pc:sldLayoutMkLst>
            <pc:docMk/>
            <pc:sldMasterMk cId="4080015251" sldId="2147483828"/>
            <pc:sldLayoutMk cId="2608124906" sldId="2147483830"/>
          </pc:sldLayoutMkLst>
        </pc:sldLayoutChg>
        <pc:sldLayoutChg chg="del">
          <pc:chgData name="Séamus Cummins" userId="9cbc4947-2644-4ffd-8985-8dfea9f9d8f2" providerId="ADAL" clId="{52D3679E-C8EB-4FED-9467-7F6E2156AACE}" dt="2026-10-07T10:19:01.762" v="307" actId="47"/>
          <pc:sldLayoutMkLst>
            <pc:docMk/>
            <pc:sldMasterMk cId="4080015251" sldId="2147483828"/>
            <pc:sldLayoutMk cId="482493458" sldId="2147483831"/>
          </pc:sldLayoutMkLst>
        </pc:sldLayoutChg>
        <pc:sldLayoutChg chg="del">
          <pc:chgData name="Séamus Cummins" userId="9cbc4947-2644-4ffd-8985-8dfea9f9d8f2" providerId="ADAL" clId="{52D3679E-C8EB-4FED-9467-7F6E2156AACE}" dt="2026-10-07T10:19:01.762" v="307" actId="47"/>
          <pc:sldLayoutMkLst>
            <pc:docMk/>
            <pc:sldMasterMk cId="4080015251" sldId="2147483828"/>
            <pc:sldLayoutMk cId="499459872" sldId="2147483832"/>
          </pc:sldLayoutMkLst>
        </pc:sldLayoutChg>
        <pc:sldLayoutChg chg="del">
          <pc:chgData name="Séamus Cummins" userId="9cbc4947-2644-4ffd-8985-8dfea9f9d8f2" providerId="ADAL" clId="{52D3679E-C8EB-4FED-9467-7F6E2156AACE}" dt="2026-10-07T10:19:01.762" v="307" actId="47"/>
          <pc:sldLayoutMkLst>
            <pc:docMk/>
            <pc:sldMasterMk cId="4080015251" sldId="2147483828"/>
            <pc:sldLayoutMk cId="646425909" sldId="2147483833"/>
          </pc:sldLayoutMkLst>
        </pc:sldLayoutChg>
        <pc:sldLayoutChg chg="del">
          <pc:chgData name="Séamus Cummins" userId="9cbc4947-2644-4ffd-8985-8dfea9f9d8f2" providerId="ADAL" clId="{52D3679E-C8EB-4FED-9467-7F6E2156AACE}" dt="2026-10-07T10:19:01.762" v="307" actId="47"/>
          <pc:sldLayoutMkLst>
            <pc:docMk/>
            <pc:sldMasterMk cId="4080015251" sldId="2147483828"/>
            <pc:sldLayoutMk cId="3086813255" sldId="2147483834"/>
          </pc:sldLayoutMkLst>
        </pc:sldLayoutChg>
        <pc:sldLayoutChg chg="del">
          <pc:chgData name="Séamus Cummins" userId="9cbc4947-2644-4ffd-8985-8dfea9f9d8f2" providerId="ADAL" clId="{52D3679E-C8EB-4FED-9467-7F6E2156AACE}" dt="2026-10-07T10:19:01.762" v="307" actId="47"/>
          <pc:sldLayoutMkLst>
            <pc:docMk/>
            <pc:sldMasterMk cId="4080015251" sldId="2147483828"/>
            <pc:sldLayoutMk cId="3948437356" sldId="2147483835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11:30.754" v="80" actId="47"/>
        <pc:sldMasterMkLst>
          <pc:docMk/>
          <pc:sldMasterMk cId="2358101746" sldId="2147483836"/>
        </pc:sldMasterMkLst>
        <pc:sldLayoutChg chg="del">
          <pc:chgData name="Séamus Cummins" userId="9cbc4947-2644-4ffd-8985-8dfea9f9d8f2" providerId="ADAL" clId="{52D3679E-C8EB-4FED-9467-7F6E2156AACE}" dt="2026-10-06T08:11:30.754" v="80" actId="47"/>
          <pc:sldLayoutMkLst>
            <pc:docMk/>
            <pc:sldMasterMk cId="2358101746" sldId="2147483836"/>
            <pc:sldLayoutMk cId="3224441294" sldId="2147483837"/>
          </pc:sldLayoutMkLst>
        </pc:sldLayoutChg>
        <pc:sldLayoutChg chg="del">
          <pc:chgData name="Séamus Cummins" userId="9cbc4947-2644-4ffd-8985-8dfea9f9d8f2" providerId="ADAL" clId="{52D3679E-C8EB-4FED-9467-7F6E2156AACE}" dt="2026-10-06T08:11:30.754" v="80" actId="47"/>
          <pc:sldLayoutMkLst>
            <pc:docMk/>
            <pc:sldMasterMk cId="2358101746" sldId="2147483836"/>
            <pc:sldLayoutMk cId="256409637" sldId="2147483838"/>
          </pc:sldLayoutMkLst>
        </pc:sldLayoutChg>
        <pc:sldLayoutChg chg="del">
          <pc:chgData name="Séamus Cummins" userId="9cbc4947-2644-4ffd-8985-8dfea9f9d8f2" providerId="ADAL" clId="{52D3679E-C8EB-4FED-9467-7F6E2156AACE}" dt="2026-10-06T08:11:30.754" v="80" actId="47"/>
          <pc:sldLayoutMkLst>
            <pc:docMk/>
            <pc:sldMasterMk cId="2358101746" sldId="2147483836"/>
            <pc:sldLayoutMk cId="116140329" sldId="2147483839"/>
          </pc:sldLayoutMkLst>
        </pc:sldLayoutChg>
        <pc:sldLayoutChg chg="del">
          <pc:chgData name="Séamus Cummins" userId="9cbc4947-2644-4ffd-8985-8dfea9f9d8f2" providerId="ADAL" clId="{52D3679E-C8EB-4FED-9467-7F6E2156AACE}" dt="2026-10-06T08:11:30.754" v="80" actId="47"/>
          <pc:sldLayoutMkLst>
            <pc:docMk/>
            <pc:sldMasterMk cId="2358101746" sldId="2147483836"/>
            <pc:sldLayoutMk cId="3431775948" sldId="2147483840"/>
          </pc:sldLayoutMkLst>
        </pc:sldLayoutChg>
        <pc:sldLayoutChg chg="del">
          <pc:chgData name="Séamus Cummins" userId="9cbc4947-2644-4ffd-8985-8dfea9f9d8f2" providerId="ADAL" clId="{52D3679E-C8EB-4FED-9467-7F6E2156AACE}" dt="2026-10-06T08:11:30.754" v="80" actId="47"/>
          <pc:sldLayoutMkLst>
            <pc:docMk/>
            <pc:sldMasterMk cId="2358101746" sldId="2147483836"/>
            <pc:sldLayoutMk cId="1635300938" sldId="2147483841"/>
          </pc:sldLayoutMkLst>
        </pc:sldLayoutChg>
        <pc:sldLayoutChg chg="del">
          <pc:chgData name="Séamus Cummins" userId="9cbc4947-2644-4ffd-8985-8dfea9f9d8f2" providerId="ADAL" clId="{52D3679E-C8EB-4FED-9467-7F6E2156AACE}" dt="2026-10-06T08:11:30.754" v="80" actId="47"/>
          <pc:sldLayoutMkLst>
            <pc:docMk/>
            <pc:sldMasterMk cId="2358101746" sldId="2147483836"/>
            <pc:sldLayoutMk cId="1252242212" sldId="2147483842"/>
          </pc:sldLayoutMkLst>
        </pc:sldLayoutChg>
        <pc:sldLayoutChg chg="del">
          <pc:chgData name="Séamus Cummins" userId="9cbc4947-2644-4ffd-8985-8dfea9f9d8f2" providerId="ADAL" clId="{52D3679E-C8EB-4FED-9467-7F6E2156AACE}" dt="2026-10-06T08:11:30.754" v="80" actId="47"/>
          <pc:sldLayoutMkLst>
            <pc:docMk/>
            <pc:sldMasterMk cId="2358101746" sldId="2147483836"/>
            <pc:sldLayoutMk cId="3043750913" sldId="2147483843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04:56.985" v="39"/>
        <pc:sldMasterMkLst>
          <pc:docMk/>
          <pc:sldMasterMk cId="1785737055" sldId="2147483846"/>
        </pc:sldMasterMkLst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1785737055" sldId="2147483846"/>
            <pc:sldLayoutMk cId="483295596" sldId="2147483847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1785737055" sldId="2147483846"/>
            <pc:sldLayoutMk cId="2837541930" sldId="2147483848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1785737055" sldId="2147483846"/>
            <pc:sldLayoutMk cId="4145089247" sldId="2147483849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1785737055" sldId="2147483846"/>
            <pc:sldLayoutMk cId="3931493050" sldId="2147483850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1785737055" sldId="2147483846"/>
            <pc:sldLayoutMk cId="3800407715" sldId="2147483851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1785737055" sldId="2147483846"/>
            <pc:sldLayoutMk cId="1201267924" sldId="2147483852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1785737055" sldId="2147483846"/>
            <pc:sldLayoutMk cId="3485255557" sldId="2147483853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04:56.985" v="39"/>
        <pc:sldMasterMkLst>
          <pc:docMk/>
          <pc:sldMasterMk cId="3566901864" sldId="2147483894"/>
        </pc:sldMasterMkLst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3566901864" sldId="2147483894"/>
            <pc:sldLayoutMk cId="3814477992" sldId="2147483895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3566901864" sldId="2147483894"/>
            <pc:sldLayoutMk cId="203508055" sldId="2147483896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3566901864" sldId="2147483894"/>
            <pc:sldLayoutMk cId="3150678980" sldId="2147483897"/>
          </pc:sldLayoutMkLst>
        </pc:sldLayoutChg>
        <pc:sldLayoutChg chg="del">
          <pc:chgData name="Séamus Cummins" userId="9cbc4947-2644-4ffd-8985-8dfea9f9d8f2" providerId="ADAL" clId="{52D3679E-C8EB-4FED-9467-7F6E2156AACE}" dt="2026-10-06T08:04:56.985" v="39"/>
          <pc:sldLayoutMkLst>
            <pc:docMk/>
            <pc:sldMasterMk cId="3566901864" sldId="2147483894"/>
            <pc:sldLayoutMk cId="2989390880" sldId="2147483898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04:41.242" v="11" actId="47"/>
        <pc:sldMasterMkLst>
          <pc:docMk/>
          <pc:sldMasterMk cId="1055447963" sldId="2147483899"/>
        </pc:sldMasterMkLst>
        <pc:sldLayoutChg chg="del">
          <pc:chgData name="Séamus Cummins" userId="9cbc4947-2644-4ffd-8985-8dfea9f9d8f2" providerId="ADAL" clId="{52D3679E-C8EB-4FED-9467-7F6E2156AACE}" dt="2026-10-06T08:04:41.242" v="11" actId="47"/>
          <pc:sldLayoutMkLst>
            <pc:docMk/>
            <pc:sldMasterMk cId="1055447963" sldId="2147483899"/>
            <pc:sldLayoutMk cId="2332441249" sldId="2147483900"/>
          </pc:sldLayoutMkLst>
        </pc:sldLayoutChg>
        <pc:sldLayoutChg chg="del">
          <pc:chgData name="Séamus Cummins" userId="9cbc4947-2644-4ffd-8985-8dfea9f9d8f2" providerId="ADAL" clId="{52D3679E-C8EB-4FED-9467-7F6E2156AACE}" dt="2026-10-06T08:04:41.242" v="11" actId="47"/>
          <pc:sldLayoutMkLst>
            <pc:docMk/>
            <pc:sldMasterMk cId="1055447963" sldId="2147483899"/>
            <pc:sldLayoutMk cId="1343577037" sldId="2147483901"/>
          </pc:sldLayoutMkLst>
        </pc:sldLayoutChg>
        <pc:sldLayoutChg chg="del">
          <pc:chgData name="Séamus Cummins" userId="9cbc4947-2644-4ffd-8985-8dfea9f9d8f2" providerId="ADAL" clId="{52D3679E-C8EB-4FED-9467-7F6E2156AACE}" dt="2026-10-06T08:04:41.242" v="11" actId="47"/>
          <pc:sldLayoutMkLst>
            <pc:docMk/>
            <pc:sldMasterMk cId="1055447963" sldId="2147483899"/>
            <pc:sldLayoutMk cId="1773004302" sldId="2147483902"/>
          </pc:sldLayoutMkLst>
        </pc:sldLayoutChg>
        <pc:sldLayoutChg chg="del">
          <pc:chgData name="Séamus Cummins" userId="9cbc4947-2644-4ffd-8985-8dfea9f9d8f2" providerId="ADAL" clId="{52D3679E-C8EB-4FED-9467-7F6E2156AACE}" dt="2026-10-06T08:04:41.242" v="11" actId="47"/>
          <pc:sldLayoutMkLst>
            <pc:docMk/>
            <pc:sldMasterMk cId="1055447963" sldId="2147483899"/>
            <pc:sldLayoutMk cId="280827087" sldId="2147483903"/>
          </pc:sldLayoutMkLst>
        </pc:sldLayoutChg>
        <pc:sldLayoutChg chg="del">
          <pc:chgData name="Séamus Cummins" userId="9cbc4947-2644-4ffd-8985-8dfea9f9d8f2" providerId="ADAL" clId="{52D3679E-C8EB-4FED-9467-7F6E2156AACE}" dt="2026-10-06T08:04:41.242" v="11" actId="47"/>
          <pc:sldLayoutMkLst>
            <pc:docMk/>
            <pc:sldMasterMk cId="1055447963" sldId="2147483899"/>
            <pc:sldLayoutMk cId="1070491631" sldId="2147483904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07:02.916" v="40" actId="47"/>
        <pc:sldMasterMkLst>
          <pc:docMk/>
          <pc:sldMasterMk cId="2107710499" sldId="2147483899"/>
        </pc:sldMasterMkLst>
        <pc:sldLayoutChg chg="del">
          <pc:chgData name="Séamus Cummins" userId="9cbc4947-2644-4ffd-8985-8dfea9f9d8f2" providerId="ADAL" clId="{52D3679E-C8EB-4FED-9467-7F6E2156AACE}" dt="2026-10-06T08:07:02.916" v="40" actId="47"/>
          <pc:sldLayoutMkLst>
            <pc:docMk/>
            <pc:sldMasterMk cId="2107710499" sldId="2147483899"/>
            <pc:sldLayoutMk cId="4099319953" sldId="2147483900"/>
          </pc:sldLayoutMkLst>
        </pc:sldLayoutChg>
        <pc:sldLayoutChg chg="del">
          <pc:chgData name="Séamus Cummins" userId="9cbc4947-2644-4ffd-8985-8dfea9f9d8f2" providerId="ADAL" clId="{52D3679E-C8EB-4FED-9467-7F6E2156AACE}" dt="2026-10-06T08:07:02.916" v="40" actId="47"/>
          <pc:sldLayoutMkLst>
            <pc:docMk/>
            <pc:sldMasterMk cId="2107710499" sldId="2147483899"/>
            <pc:sldLayoutMk cId="3309332531" sldId="2147483901"/>
          </pc:sldLayoutMkLst>
        </pc:sldLayoutChg>
        <pc:sldLayoutChg chg="del">
          <pc:chgData name="Séamus Cummins" userId="9cbc4947-2644-4ffd-8985-8dfea9f9d8f2" providerId="ADAL" clId="{52D3679E-C8EB-4FED-9467-7F6E2156AACE}" dt="2026-10-06T08:07:02.916" v="40" actId="47"/>
          <pc:sldLayoutMkLst>
            <pc:docMk/>
            <pc:sldMasterMk cId="2107710499" sldId="2147483899"/>
            <pc:sldLayoutMk cId="1391653194" sldId="2147483902"/>
          </pc:sldLayoutMkLst>
        </pc:sldLayoutChg>
        <pc:sldLayoutChg chg="del">
          <pc:chgData name="Séamus Cummins" userId="9cbc4947-2644-4ffd-8985-8dfea9f9d8f2" providerId="ADAL" clId="{52D3679E-C8EB-4FED-9467-7F6E2156AACE}" dt="2026-10-06T08:07:02.916" v="40" actId="47"/>
          <pc:sldLayoutMkLst>
            <pc:docMk/>
            <pc:sldMasterMk cId="2107710499" sldId="2147483899"/>
            <pc:sldLayoutMk cId="2057219752" sldId="2147483903"/>
          </pc:sldLayoutMkLst>
        </pc:sldLayoutChg>
        <pc:sldLayoutChg chg="del">
          <pc:chgData name="Séamus Cummins" userId="9cbc4947-2644-4ffd-8985-8dfea9f9d8f2" providerId="ADAL" clId="{52D3679E-C8EB-4FED-9467-7F6E2156AACE}" dt="2026-10-06T08:07:02.916" v="40" actId="47"/>
          <pc:sldLayoutMkLst>
            <pc:docMk/>
            <pc:sldMasterMk cId="2107710499" sldId="2147483899"/>
            <pc:sldLayoutMk cId="3815148928" sldId="2147483904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04:41.784" v="12" actId="47"/>
        <pc:sldMasterMkLst>
          <pc:docMk/>
          <pc:sldMasterMk cId="482410981" sldId="2147483905"/>
        </pc:sldMasterMkLst>
        <pc:sldLayoutChg chg="del">
          <pc:chgData name="Séamus Cummins" userId="9cbc4947-2644-4ffd-8985-8dfea9f9d8f2" providerId="ADAL" clId="{52D3679E-C8EB-4FED-9467-7F6E2156AACE}" dt="2026-10-06T08:04:41.784" v="12" actId="47"/>
          <pc:sldLayoutMkLst>
            <pc:docMk/>
            <pc:sldMasterMk cId="482410981" sldId="2147483905"/>
            <pc:sldLayoutMk cId="2243918419" sldId="2147483906"/>
          </pc:sldLayoutMkLst>
        </pc:sldLayoutChg>
        <pc:sldLayoutChg chg="del">
          <pc:chgData name="Séamus Cummins" userId="9cbc4947-2644-4ffd-8985-8dfea9f9d8f2" providerId="ADAL" clId="{52D3679E-C8EB-4FED-9467-7F6E2156AACE}" dt="2026-10-06T08:04:41.784" v="12" actId="47"/>
          <pc:sldLayoutMkLst>
            <pc:docMk/>
            <pc:sldMasterMk cId="482410981" sldId="2147483905"/>
            <pc:sldLayoutMk cId="3083411959" sldId="2147483907"/>
          </pc:sldLayoutMkLst>
        </pc:sldLayoutChg>
        <pc:sldLayoutChg chg="del">
          <pc:chgData name="Séamus Cummins" userId="9cbc4947-2644-4ffd-8985-8dfea9f9d8f2" providerId="ADAL" clId="{52D3679E-C8EB-4FED-9467-7F6E2156AACE}" dt="2026-10-06T08:04:41.784" v="12" actId="47"/>
          <pc:sldLayoutMkLst>
            <pc:docMk/>
            <pc:sldMasterMk cId="482410981" sldId="2147483905"/>
            <pc:sldLayoutMk cId="1550444513" sldId="2147483908"/>
          </pc:sldLayoutMkLst>
        </pc:sldLayoutChg>
        <pc:sldLayoutChg chg="del">
          <pc:chgData name="Séamus Cummins" userId="9cbc4947-2644-4ffd-8985-8dfea9f9d8f2" providerId="ADAL" clId="{52D3679E-C8EB-4FED-9467-7F6E2156AACE}" dt="2026-10-06T08:04:41.784" v="12" actId="47"/>
          <pc:sldLayoutMkLst>
            <pc:docMk/>
            <pc:sldMasterMk cId="482410981" sldId="2147483905"/>
            <pc:sldLayoutMk cId="2632373921" sldId="2147483909"/>
          </pc:sldLayoutMkLst>
        </pc:sldLayoutChg>
        <pc:sldLayoutChg chg="del">
          <pc:chgData name="Séamus Cummins" userId="9cbc4947-2644-4ffd-8985-8dfea9f9d8f2" providerId="ADAL" clId="{52D3679E-C8EB-4FED-9467-7F6E2156AACE}" dt="2026-10-06T08:04:41.784" v="12" actId="47"/>
          <pc:sldLayoutMkLst>
            <pc:docMk/>
            <pc:sldMasterMk cId="482410981" sldId="2147483905"/>
            <pc:sldLayoutMk cId="3647541581" sldId="2147483910"/>
          </pc:sldLayoutMkLst>
        </pc:sldLayoutChg>
        <pc:sldLayoutChg chg="del">
          <pc:chgData name="Séamus Cummins" userId="9cbc4947-2644-4ffd-8985-8dfea9f9d8f2" providerId="ADAL" clId="{52D3679E-C8EB-4FED-9467-7F6E2156AACE}" dt="2026-10-06T08:04:41.784" v="12" actId="47"/>
          <pc:sldLayoutMkLst>
            <pc:docMk/>
            <pc:sldMasterMk cId="482410981" sldId="2147483905"/>
            <pc:sldLayoutMk cId="1869864957" sldId="2147483911"/>
          </pc:sldLayoutMkLst>
        </pc:sldLayoutChg>
        <pc:sldLayoutChg chg="del">
          <pc:chgData name="Séamus Cummins" userId="9cbc4947-2644-4ffd-8985-8dfea9f9d8f2" providerId="ADAL" clId="{52D3679E-C8EB-4FED-9467-7F6E2156AACE}" dt="2026-10-06T08:04:41.784" v="12" actId="47"/>
          <pc:sldLayoutMkLst>
            <pc:docMk/>
            <pc:sldMasterMk cId="482410981" sldId="2147483905"/>
            <pc:sldLayoutMk cId="2438095553" sldId="2147483912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07:04.463" v="57" actId="47"/>
        <pc:sldMasterMkLst>
          <pc:docMk/>
          <pc:sldMasterMk cId="1789109489" sldId="2147483905"/>
        </pc:sldMasterMkLst>
        <pc:sldLayoutChg chg="del">
          <pc:chgData name="Séamus Cummins" userId="9cbc4947-2644-4ffd-8985-8dfea9f9d8f2" providerId="ADAL" clId="{52D3679E-C8EB-4FED-9467-7F6E2156AACE}" dt="2026-10-06T08:07:04.463" v="57" actId="47"/>
          <pc:sldLayoutMkLst>
            <pc:docMk/>
            <pc:sldMasterMk cId="1789109489" sldId="2147483905"/>
            <pc:sldLayoutMk cId="2301304744" sldId="2147483906"/>
          </pc:sldLayoutMkLst>
        </pc:sldLayoutChg>
        <pc:sldLayoutChg chg="del">
          <pc:chgData name="Séamus Cummins" userId="9cbc4947-2644-4ffd-8985-8dfea9f9d8f2" providerId="ADAL" clId="{52D3679E-C8EB-4FED-9467-7F6E2156AACE}" dt="2026-10-06T08:07:04.463" v="57" actId="47"/>
          <pc:sldLayoutMkLst>
            <pc:docMk/>
            <pc:sldMasterMk cId="1789109489" sldId="2147483905"/>
            <pc:sldLayoutMk cId="959562462" sldId="2147483907"/>
          </pc:sldLayoutMkLst>
        </pc:sldLayoutChg>
        <pc:sldLayoutChg chg="del">
          <pc:chgData name="Séamus Cummins" userId="9cbc4947-2644-4ffd-8985-8dfea9f9d8f2" providerId="ADAL" clId="{52D3679E-C8EB-4FED-9467-7F6E2156AACE}" dt="2026-10-06T08:07:04.463" v="57" actId="47"/>
          <pc:sldLayoutMkLst>
            <pc:docMk/>
            <pc:sldMasterMk cId="1789109489" sldId="2147483905"/>
            <pc:sldLayoutMk cId="2395118922" sldId="2147483908"/>
          </pc:sldLayoutMkLst>
        </pc:sldLayoutChg>
        <pc:sldLayoutChg chg="del">
          <pc:chgData name="Séamus Cummins" userId="9cbc4947-2644-4ffd-8985-8dfea9f9d8f2" providerId="ADAL" clId="{52D3679E-C8EB-4FED-9467-7F6E2156AACE}" dt="2026-10-06T08:07:04.463" v="57" actId="47"/>
          <pc:sldLayoutMkLst>
            <pc:docMk/>
            <pc:sldMasterMk cId="1789109489" sldId="2147483905"/>
            <pc:sldLayoutMk cId="1912400588" sldId="2147483909"/>
          </pc:sldLayoutMkLst>
        </pc:sldLayoutChg>
        <pc:sldLayoutChg chg="del">
          <pc:chgData name="Séamus Cummins" userId="9cbc4947-2644-4ffd-8985-8dfea9f9d8f2" providerId="ADAL" clId="{52D3679E-C8EB-4FED-9467-7F6E2156AACE}" dt="2026-10-06T08:07:04.463" v="57" actId="47"/>
          <pc:sldLayoutMkLst>
            <pc:docMk/>
            <pc:sldMasterMk cId="1789109489" sldId="2147483905"/>
            <pc:sldLayoutMk cId="863013292" sldId="2147483910"/>
          </pc:sldLayoutMkLst>
        </pc:sldLayoutChg>
        <pc:sldLayoutChg chg="del">
          <pc:chgData name="Séamus Cummins" userId="9cbc4947-2644-4ffd-8985-8dfea9f9d8f2" providerId="ADAL" clId="{52D3679E-C8EB-4FED-9467-7F6E2156AACE}" dt="2026-10-06T08:07:04.463" v="57" actId="47"/>
          <pc:sldLayoutMkLst>
            <pc:docMk/>
            <pc:sldMasterMk cId="1789109489" sldId="2147483905"/>
            <pc:sldLayoutMk cId="860112762" sldId="2147483911"/>
          </pc:sldLayoutMkLst>
        </pc:sldLayoutChg>
        <pc:sldLayoutChg chg="del">
          <pc:chgData name="Séamus Cummins" userId="9cbc4947-2644-4ffd-8985-8dfea9f9d8f2" providerId="ADAL" clId="{52D3679E-C8EB-4FED-9467-7F6E2156AACE}" dt="2026-10-06T08:07:04.463" v="57" actId="47"/>
          <pc:sldLayoutMkLst>
            <pc:docMk/>
            <pc:sldMasterMk cId="1789109489" sldId="2147483905"/>
            <pc:sldLayoutMk cId="2564753480" sldId="2147483912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04:47.091" v="37" actId="47"/>
        <pc:sldMasterMkLst>
          <pc:docMk/>
          <pc:sldMasterMk cId="3780389046" sldId="2147483913"/>
        </pc:sldMasterMkLst>
        <pc:sldLayoutChg chg="del">
          <pc:chgData name="Séamus Cummins" userId="9cbc4947-2644-4ffd-8985-8dfea9f9d8f2" providerId="ADAL" clId="{52D3679E-C8EB-4FED-9467-7F6E2156AACE}" dt="2026-10-06T08:04:47.091" v="37" actId="47"/>
          <pc:sldLayoutMkLst>
            <pc:docMk/>
            <pc:sldMasterMk cId="3780389046" sldId="2147483913"/>
            <pc:sldLayoutMk cId="2608543768" sldId="2147483914"/>
          </pc:sldLayoutMkLst>
        </pc:sldLayoutChg>
        <pc:sldLayoutChg chg="del">
          <pc:chgData name="Séamus Cummins" userId="9cbc4947-2644-4ffd-8985-8dfea9f9d8f2" providerId="ADAL" clId="{52D3679E-C8EB-4FED-9467-7F6E2156AACE}" dt="2026-10-06T08:04:47.091" v="37" actId="47"/>
          <pc:sldLayoutMkLst>
            <pc:docMk/>
            <pc:sldMasterMk cId="3780389046" sldId="2147483913"/>
            <pc:sldLayoutMk cId="2847010476" sldId="2147483915"/>
          </pc:sldLayoutMkLst>
        </pc:sldLayoutChg>
        <pc:sldLayoutChg chg="del">
          <pc:chgData name="Séamus Cummins" userId="9cbc4947-2644-4ffd-8985-8dfea9f9d8f2" providerId="ADAL" clId="{52D3679E-C8EB-4FED-9467-7F6E2156AACE}" dt="2026-10-06T08:04:47.091" v="37" actId="47"/>
          <pc:sldLayoutMkLst>
            <pc:docMk/>
            <pc:sldMasterMk cId="3780389046" sldId="2147483913"/>
            <pc:sldLayoutMk cId="728211090" sldId="2147483916"/>
          </pc:sldLayoutMkLst>
        </pc:sldLayoutChg>
        <pc:sldLayoutChg chg="del">
          <pc:chgData name="Séamus Cummins" userId="9cbc4947-2644-4ffd-8985-8dfea9f9d8f2" providerId="ADAL" clId="{52D3679E-C8EB-4FED-9467-7F6E2156AACE}" dt="2026-10-06T08:04:47.091" v="37" actId="47"/>
          <pc:sldLayoutMkLst>
            <pc:docMk/>
            <pc:sldMasterMk cId="3780389046" sldId="2147483913"/>
            <pc:sldLayoutMk cId="1526503875" sldId="2147483917"/>
          </pc:sldLayoutMkLst>
        </pc:sldLayoutChg>
        <pc:sldLayoutChg chg="del">
          <pc:chgData name="Séamus Cummins" userId="9cbc4947-2644-4ffd-8985-8dfea9f9d8f2" providerId="ADAL" clId="{52D3679E-C8EB-4FED-9467-7F6E2156AACE}" dt="2026-10-06T08:04:47.091" v="37" actId="47"/>
          <pc:sldLayoutMkLst>
            <pc:docMk/>
            <pc:sldMasterMk cId="3780389046" sldId="2147483913"/>
            <pc:sldLayoutMk cId="386807600" sldId="2147483918"/>
          </pc:sldLayoutMkLst>
        </pc:sldLayoutChg>
        <pc:sldLayoutChg chg="del">
          <pc:chgData name="Séamus Cummins" userId="9cbc4947-2644-4ffd-8985-8dfea9f9d8f2" providerId="ADAL" clId="{52D3679E-C8EB-4FED-9467-7F6E2156AACE}" dt="2026-10-06T08:04:47.091" v="37" actId="47"/>
          <pc:sldLayoutMkLst>
            <pc:docMk/>
            <pc:sldMasterMk cId="3780389046" sldId="2147483913"/>
            <pc:sldLayoutMk cId="2128995775" sldId="2147483919"/>
          </pc:sldLayoutMkLst>
        </pc:sldLayoutChg>
        <pc:sldLayoutChg chg="del">
          <pc:chgData name="Séamus Cummins" userId="9cbc4947-2644-4ffd-8985-8dfea9f9d8f2" providerId="ADAL" clId="{52D3679E-C8EB-4FED-9467-7F6E2156AACE}" dt="2026-10-06T08:04:47.091" v="37" actId="47"/>
          <pc:sldLayoutMkLst>
            <pc:docMk/>
            <pc:sldMasterMk cId="3780389046" sldId="2147483913"/>
            <pc:sldLayoutMk cId="1247182793" sldId="2147483920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04:43.794" v="23" actId="47"/>
        <pc:sldMasterMkLst>
          <pc:docMk/>
          <pc:sldMasterMk cId="1492214067" sldId="2147483921"/>
        </pc:sldMasterMkLst>
        <pc:sldLayoutChg chg="del">
          <pc:chgData name="Séamus Cummins" userId="9cbc4947-2644-4ffd-8985-8dfea9f9d8f2" providerId="ADAL" clId="{52D3679E-C8EB-4FED-9467-7F6E2156AACE}" dt="2026-10-06T08:04:43.794" v="23" actId="47"/>
          <pc:sldLayoutMkLst>
            <pc:docMk/>
            <pc:sldMasterMk cId="1492214067" sldId="2147483921"/>
            <pc:sldLayoutMk cId="938070005" sldId="2147483922"/>
          </pc:sldLayoutMkLst>
        </pc:sldLayoutChg>
        <pc:sldLayoutChg chg="del">
          <pc:chgData name="Séamus Cummins" userId="9cbc4947-2644-4ffd-8985-8dfea9f9d8f2" providerId="ADAL" clId="{52D3679E-C8EB-4FED-9467-7F6E2156AACE}" dt="2026-10-06T08:04:43.794" v="23" actId="47"/>
          <pc:sldLayoutMkLst>
            <pc:docMk/>
            <pc:sldMasterMk cId="1492214067" sldId="2147483921"/>
            <pc:sldLayoutMk cId="2342625648" sldId="2147483923"/>
          </pc:sldLayoutMkLst>
        </pc:sldLayoutChg>
        <pc:sldLayoutChg chg="del">
          <pc:chgData name="Séamus Cummins" userId="9cbc4947-2644-4ffd-8985-8dfea9f9d8f2" providerId="ADAL" clId="{52D3679E-C8EB-4FED-9467-7F6E2156AACE}" dt="2026-10-06T08:04:43.794" v="23" actId="47"/>
          <pc:sldLayoutMkLst>
            <pc:docMk/>
            <pc:sldMasterMk cId="1492214067" sldId="2147483921"/>
            <pc:sldLayoutMk cId="2620270415" sldId="2147483924"/>
          </pc:sldLayoutMkLst>
        </pc:sldLayoutChg>
        <pc:sldLayoutChg chg="del">
          <pc:chgData name="Séamus Cummins" userId="9cbc4947-2644-4ffd-8985-8dfea9f9d8f2" providerId="ADAL" clId="{52D3679E-C8EB-4FED-9467-7F6E2156AACE}" dt="2026-10-06T08:04:43.794" v="23" actId="47"/>
          <pc:sldLayoutMkLst>
            <pc:docMk/>
            <pc:sldMasterMk cId="1492214067" sldId="2147483921"/>
            <pc:sldLayoutMk cId="3503240160" sldId="2147483925"/>
          </pc:sldLayoutMkLst>
        </pc:sldLayoutChg>
        <pc:sldLayoutChg chg="del">
          <pc:chgData name="Séamus Cummins" userId="9cbc4947-2644-4ffd-8985-8dfea9f9d8f2" providerId="ADAL" clId="{52D3679E-C8EB-4FED-9467-7F6E2156AACE}" dt="2026-10-06T08:04:43.794" v="23" actId="47"/>
          <pc:sldLayoutMkLst>
            <pc:docMk/>
            <pc:sldMasterMk cId="1492214067" sldId="2147483921"/>
            <pc:sldLayoutMk cId="85208162" sldId="2147483926"/>
          </pc:sldLayoutMkLst>
        </pc:sldLayoutChg>
        <pc:sldLayoutChg chg="del">
          <pc:chgData name="Séamus Cummins" userId="9cbc4947-2644-4ffd-8985-8dfea9f9d8f2" providerId="ADAL" clId="{52D3679E-C8EB-4FED-9467-7F6E2156AACE}" dt="2026-10-06T08:04:43.794" v="23" actId="47"/>
          <pc:sldLayoutMkLst>
            <pc:docMk/>
            <pc:sldMasterMk cId="1492214067" sldId="2147483921"/>
            <pc:sldLayoutMk cId="435821497" sldId="2147483927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04:43.976" v="24" actId="47"/>
        <pc:sldMasterMkLst>
          <pc:docMk/>
          <pc:sldMasterMk cId="2351500171" sldId="2147483928"/>
        </pc:sldMasterMkLst>
        <pc:sldLayoutChg chg="del">
          <pc:chgData name="Séamus Cummins" userId="9cbc4947-2644-4ffd-8985-8dfea9f9d8f2" providerId="ADAL" clId="{52D3679E-C8EB-4FED-9467-7F6E2156AACE}" dt="2026-10-06T08:04:43.976" v="24" actId="47"/>
          <pc:sldLayoutMkLst>
            <pc:docMk/>
            <pc:sldMasterMk cId="2351500171" sldId="2147483928"/>
            <pc:sldLayoutMk cId="1139955510" sldId="2147483929"/>
          </pc:sldLayoutMkLst>
        </pc:sldLayoutChg>
        <pc:sldLayoutChg chg="del">
          <pc:chgData name="Séamus Cummins" userId="9cbc4947-2644-4ffd-8985-8dfea9f9d8f2" providerId="ADAL" clId="{52D3679E-C8EB-4FED-9467-7F6E2156AACE}" dt="2026-10-06T08:04:43.976" v="24" actId="47"/>
          <pc:sldLayoutMkLst>
            <pc:docMk/>
            <pc:sldMasterMk cId="2351500171" sldId="2147483928"/>
            <pc:sldLayoutMk cId="346448229" sldId="2147483930"/>
          </pc:sldLayoutMkLst>
        </pc:sldLayoutChg>
        <pc:sldLayoutChg chg="del">
          <pc:chgData name="Séamus Cummins" userId="9cbc4947-2644-4ffd-8985-8dfea9f9d8f2" providerId="ADAL" clId="{52D3679E-C8EB-4FED-9467-7F6E2156AACE}" dt="2026-10-06T08:04:43.976" v="24" actId="47"/>
          <pc:sldLayoutMkLst>
            <pc:docMk/>
            <pc:sldMasterMk cId="2351500171" sldId="2147483928"/>
            <pc:sldLayoutMk cId="900217734" sldId="2147483931"/>
          </pc:sldLayoutMkLst>
        </pc:sldLayoutChg>
        <pc:sldLayoutChg chg="del">
          <pc:chgData name="Séamus Cummins" userId="9cbc4947-2644-4ffd-8985-8dfea9f9d8f2" providerId="ADAL" clId="{52D3679E-C8EB-4FED-9467-7F6E2156AACE}" dt="2026-10-06T08:04:43.976" v="24" actId="47"/>
          <pc:sldLayoutMkLst>
            <pc:docMk/>
            <pc:sldMasterMk cId="2351500171" sldId="2147483928"/>
            <pc:sldLayoutMk cId="3039122956" sldId="2147483932"/>
          </pc:sldLayoutMkLst>
        </pc:sldLayoutChg>
        <pc:sldLayoutChg chg="del">
          <pc:chgData name="Séamus Cummins" userId="9cbc4947-2644-4ffd-8985-8dfea9f9d8f2" providerId="ADAL" clId="{52D3679E-C8EB-4FED-9467-7F6E2156AACE}" dt="2026-10-06T08:04:43.976" v="24" actId="47"/>
          <pc:sldLayoutMkLst>
            <pc:docMk/>
            <pc:sldMasterMk cId="2351500171" sldId="2147483928"/>
            <pc:sldLayoutMk cId="3278369704" sldId="2147483933"/>
          </pc:sldLayoutMkLst>
        </pc:sldLayoutChg>
        <pc:sldLayoutChg chg="del">
          <pc:chgData name="Séamus Cummins" userId="9cbc4947-2644-4ffd-8985-8dfea9f9d8f2" providerId="ADAL" clId="{52D3679E-C8EB-4FED-9467-7F6E2156AACE}" dt="2026-10-06T08:04:43.976" v="24" actId="47"/>
          <pc:sldLayoutMkLst>
            <pc:docMk/>
            <pc:sldMasterMk cId="2351500171" sldId="2147483928"/>
            <pc:sldLayoutMk cId="1471012612" sldId="2147483934"/>
          </pc:sldLayoutMkLst>
        </pc:sldLayoutChg>
        <pc:sldLayoutChg chg="del">
          <pc:chgData name="Séamus Cummins" userId="9cbc4947-2644-4ffd-8985-8dfea9f9d8f2" providerId="ADAL" clId="{52D3679E-C8EB-4FED-9467-7F6E2156AACE}" dt="2026-10-06T08:04:43.976" v="24" actId="47"/>
          <pc:sldLayoutMkLst>
            <pc:docMk/>
            <pc:sldMasterMk cId="2351500171" sldId="2147483928"/>
            <pc:sldLayoutMk cId="1446820499" sldId="214748393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8669B-D854-4764-9482-9FA95FFBD9D8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024BA-8A3D-4078-80EE-F9C62799C0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531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lt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8D1EB-0E28-8E02-5270-D1F57724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70C8A-55E1-EA53-2B7F-A4BFE0FD4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23F96-915A-8F6D-960C-DBEFC4A1B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08697-0812-0AD4-36DF-6CA202BEA81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0714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Expected final three outputs: 8 + 4, 12, 32. The first is text because it is quoted; the next two are arithmetic expressions.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Checks: 59 → 0 h, 0 min, 59 sec; 60 → 0 h, 1 min, 0 sec; 3600 → 1 h, 0 min, 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B2E60-0169-E0F1-5545-407B164B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F45AC-189B-02FA-6C4D-0057DB7C3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A0C11-5740-21F1-EEDC-DA4EA070F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D15CA-6751-B148-A66E-8A3A7362188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0867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Expected: 24 m², 22 m, €300.00. Ask students why cost should use area rather than perimeter.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80EBB-97BB-10A8-F9F1-CFCC7B45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72505-954B-A87C-43CC-8D188D598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11A9F-3F31-5B81-6DD0-A0D83BAFC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7F00C-4CB8-0FB0-2F66-BCE9E11F708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322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Python: 6, PYTHON, python, Py, on. For A: 1, A, a, A,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33137-4A63-D8A4-E2AB-BD52E133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039761-D0CF-81FB-D0AC-1A32B89F2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BD954-A48A-F985-F5B0-45FFC852F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183EC-22EF-2880-1AC8-3FF59BB509F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9714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Tests: 12 → Positive, Even; -3 → Negative, Odd; 0 → Zero, 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DBBE7-C1FB-6821-263F-E5AD9A0B2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50561-E639-B869-95F6-E5693ABE0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770E5-24B2-B575-67C8-E14582E8D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2258C-AFA7-83CF-3C60-C31C686A6BB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3515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Tests: member €20 → €0 delivery, €20 total; non-member €20 → €4, €24; exactly €50 → free; negative →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ED7C2-20ED-190D-62AE-31463EAE0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BA840-92B9-2893-33A6-2198FC6F9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BFFE2-E289-A990-9F45-FA4277688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BA653-02B0-7D4D-4111-13C6150BB6A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5833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F34CF-D7B2-7F87-FBE4-6B21B5188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AF53E-0EAD-3237-A3EC-F8A151D91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96C05-ACC9-0CC4-7CE4-30A645AFE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C18B1-B07D-B9AC-CCB3-81838BFE6DF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5391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12278-99D6-17D8-5C20-8B48EA8BB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409DB-470F-5CC5-D435-7AE02A4B7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CDE71-6248-4115-2C57-D18E6B28E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9D5BE-AAC3-6285-13AA-0D62E45D3AC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27087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ECF27-9958-3A46-CBCD-593A6FB09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7B708-91F3-86BC-23E2-C902FC457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1A0E9-47B3-934C-16FB-6CC812295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2DEC4-1E11-29E1-4C51-5CF9A4EC15C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29288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0FEDA-594A-67DC-2BF2-0B39A9AF1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94332-E3FD-ED25-E4A5-2C456E3BA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5A8C4-CE02-4071-3085-4E77DAB5C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22F1A-370F-756B-8923-088F7B2B3A8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07654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Solution section divider. Do not show until students have attempted the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9,2,5 the result is 5. This solution assumes the stated condition that all three inputs are distinct.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Expected tests after repair: 0 reject; 1 accept; 2 accept; 9 accept; 10 accept; 11 reject. Also ensure print statements are indented inside their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handles negatives and equal values. If b equals largest, no update is required because the stored value is already the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3,-2,0,7,-1: total 7; positive 2; negative 2; zero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Assertions pass for 0→32, 20→68 and 100→212. Explain that return sends a value back to the caller; print only displays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BA59F3-AEB3-204E-8300-58EF74F8C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108" y="584846"/>
            <a:ext cx="7904205" cy="1293362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F77F7AA-28BF-274E-AEFB-1D0AD137F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108" y="2135639"/>
            <a:ext cx="7904205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3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434198"/>
            <a:ext cx="7737389" cy="21038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6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04" y="338139"/>
            <a:ext cx="765724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2874106"/>
            <a:ext cx="5622496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245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0543C47-599B-DE42-8EE6-81B46515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7737390" cy="1914695"/>
          </a:xfrm>
        </p:spPr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9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63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5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2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301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7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6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92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842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465" y="875229"/>
            <a:ext cx="5383427" cy="1293362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465" y="2426022"/>
            <a:ext cx="538342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24642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1" y="2719301"/>
            <a:ext cx="5562600" cy="2103824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2663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34" y="1166042"/>
            <a:ext cx="5284745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434" y="3566083"/>
            <a:ext cx="5284745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6238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5389606" cy="1914695"/>
          </a:xfrm>
        </p:spPr>
        <p:txBody>
          <a:bodyPr>
            <a:normAutofit/>
          </a:bodyPr>
          <a:lstStyle>
            <a:lvl1pPr>
              <a:buNone/>
              <a:defRPr sz="5400" b="1"/>
            </a:lvl1pPr>
          </a:lstStyle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1577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235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079389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00550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51129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6053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33035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0227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71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290986"/>
            <a:ext cx="7737389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1471269"/>
            <a:ext cx="7737389" cy="210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4902484" y="3619542"/>
            <a:ext cx="3178835" cy="1101047"/>
          </a:xfrm>
          <a:prstGeom prst="rect">
            <a:avLst/>
          </a:prstGeom>
          <a:solidFill>
            <a:srgbClr val="00324D"/>
          </a:solidFill>
          <a:ln>
            <a:solidFill>
              <a:srgbClr val="0032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4902484" y="3744615"/>
            <a:ext cx="3178835" cy="850900"/>
            <a:chOff x="4902484" y="3927475"/>
            <a:chExt cx="3178835" cy="850900"/>
          </a:xfrm>
        </p:grpSpPr>
        <p:sp>
          <p:nvSpPr>
            <p:cNvPr id="8" name="Rectangle 7"/>
            <p:cNvSpPr/>
            <p:nvPr userDrawn="1"/>
          </p:nvSpPr>
          <p:spPr>
            <a:xfrm>
              <a:off x="4902484" y="3971925"/>
              <a:ext cx="3178835" cy="762000"/>
            </a:xfrm>
            <a:prstGeom prst="rect">
              <a:avLst/>
            </a:prstGeom>
            <a:solidFill>
              <a:srgbClr val="00324D"/>
            </a:solidFill>
            <a:ln>
              <a:solidFill>
                <a:srgbClr val="0032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372" b="7528"/>
            <a:stretch/>
          </p:blipFill>
          <p:spPr>
            <a:xfrm>
              <a:off x="4902484" y="3927475"/>
              <a:ext cx="3178835" cy="850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85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4" r:id="rId4"/>
    <p:sldLayoutId id="214748367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6" y="620170"/>
            <a:ext cx="10311878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386" y="1840158"/>
            <a:ext cx="10311878" cy="4633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6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501953"/>
            <a:ext cx="5537886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2768728"/>
            <a:ext cx="5537887" cy="210382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309491-1086-4A02-AD5B-663916A0431C}"/>
              </a:ext>
            </a:extLst>
          </p:cNvPr>
          <p:cNvSpPr>
            <a:spLocks noGrp="1"/>
          </p:cNvSpPr>
          <p:nvPr/>
        </p:nvSpPr>
        <p:spPr>
          <a:xfrm>
            <a:off x="343930" y="5101152"/>
            <a:ext cx="3793730" cy="1756848"/>
          </a:xfrm>
          <a:prstGeom prst="rect">
            <a:avLst/>
          </a:prstGeom>
          <a:solidFill>
            <a:srgbClr val="FFC800"/>
          </a:solidFill>
          <a:ln>
            <a:solidFill>
              <a:srgbClr val="FF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 rotWithShape="1">
          <a:blip r:embed="rId8"/>
          <a:srcRect t="37353" b="10945"/>
          <a:stretch/>
        </p:blipFill>
        <p:spPr>
          <a:xfrm>
            <a:off x="323290" y="5653087"/>
            <a:ext cx="3806463" cy="82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523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004E88-105B-4A6C-A131-F794F518A187}"/>
              </a:ext>
            </a:extLst>
          </p:cNvPr>
          <p:cNvSpPr>
            <a:spLocks noGrp="1"/>
          </p:cNvSpPr>
          <p:nvPr/>
        </p:nvSpPr>
        <p:spPr>
          <a:xfrm>
            <a:off x="457200" y="1190625"/>
            <a:ext cx="523875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US" sz="41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Class Questions</a:t>
            </a:r>
            <a:endParaRPr kumimoji="0" sz="4125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E865D-4F84-4017-9EFB-1E452F3BB231}"/>
              </a:ext>
            </a:extLst>
          </p:cNvPr>
          <p:cNvSpPr>
            <a:spLocks noGrp="1"/>
          </p:cNvSpPr>
          <p:nvPr/>
        </p:nvSpPr>
        <p:spPr>
          <a:xfrm>
            <a:off x="457200" y="4714875"/>
            <a:ext cx="50958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</a:t>
            </a:r>
            <a:r>
              <a:rPr kumimoji="0" lang="en-GB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</a:t>
            </a: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Séamus Cummins</a:t>
            </a:r>
          </a:p>
        </p:txBody>
      </p:sp>
    </p:spTree>
    <p:extLst>
      <p:ext uri="{BB962C8B-B14F-4D97-AF65-F5344CB8AC3E}">
        <p14:creationId xmlns:p14="http://schemas.microsoft.com/office/powerpoint/2010/main" val="362255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8F5B3-9F61-3F85-B618-D03C76C76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A14823-130F-F394-6ED2-1612AD7EA31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IE" sz="315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Predict then print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E06AD9-957B-1AC1-20D1-E2511B072EE8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lang="en-IE" sz="157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Programming fundamentals</a:t>
            </a:r>
            <a:endParaRPr kumimoji="0" sz="1575" b="1" i="0" u="none" strike="noStrike" kern="1200" cap="none" spc="0" normalizeH="0" baseline="0" noProof="0" dirty="0">
              <a:ln>
                <a:noFill/>
              </a:ln>
              <a:solidFill>
                <a:srgbClr val="006D9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32E88-6291-F3F7-85A9-8B78CB8E8891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Write a program that prints a three-line introduction: your name, intended degree and one use of computing in that degree. Then print "8 + 4", 8 + 4 and 8 * 4.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Check and explain: 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Before running it, predict each output. Add comments explaining why quoted text behaves differently.</a:t>
            </a:r>
          </a:p>
        </p:txBody>
      </p:sp>
    </p:spTree>
    <p:extLst>
      <p:ext uri="{BB962C8B-B14F-4D97-AF65-F5344CB8AC3E}">
        <p14:creationId xmlns:p14="http://schemas.microsoft.com/office/powerpoint/2010/main" val="2753073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84048"/>
            <a:ext cx="11384280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515600" cy="47548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2700" b="1">
                <a:solidFill>
                  <a:srgbClr val="00354D"/>
                </a:solidFill>
                <a:latin typeface="Aptos"/>
              </a:rPr>
              <a:t>Solution 1 — Predict then 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60704"/>
            <a:ext cx="50292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WORKED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89888"/>
            <a:ext cx="960120" cy="50292"/>
          </a:xfrm>
          <a:prstGeom prst="rect">
            <a:avLst/>
          </a:prstGeom>
          <a:solidFill>
            <a:srgbClr val="00A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2578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5349240" cy="361188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C9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56816"/>
            <a:ext cx="5020055" cy="33924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320" b="0">
                <a:solidFill>
                  <a:srgbClr val="122F3D"/>
                </a:solidFill>
                <a:latin typeface="Consolas"/>
              </a:rPr>
              <a:t># Introduction
print("Séamus Cummins")
print("Computer Science")
print("Computing can analyse data")
print("8 + 4")
print(8 + 4)
print(8 *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663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VISUAL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196596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9476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quoted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87384" y="19476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"8 + 4"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889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8620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prints characters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788920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87384" y="28620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8 + 4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033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7764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evaluates expression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703320"/>
            <a:ext cx="2011680" cy="749808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87384" y="3776472"/>
            <a:ext cx="1901952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12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21671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06640" y="2487168"/>
            <a:ext cx="2331720" cy="27432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30815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3401568"/>
            <a:ext cx="2331720" cy="274319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404164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4709160"/>
            <a:ext cx="4526280" cy="749808"/>
          </a:xfrm>
          <a:prstGeom prst="roundRect">
            <a:avLst/>
          </a:prstGeom>
          <a:solidFill>
            <a:srgbClr val="FFF1C7"/>
          </a:solidFill>
          <a:ln w="15240">
            <a:solidFill>
              <a:srgbClr val="FFD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855464"/>
            <a:ext cx="420624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00354D"/>
                </a:solidFill>
                <a:latin typeface="Aptos"/>
              </a:rPr>
              <a:t>Quotes create a string literal. Without quotes, + and * are arithmetic operators.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4640F3-89EA-4150-AB85-329B2EA1426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IE" sz="315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Convert seconds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124F60-D58B-4462-A356-41FBA145A894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lang="en-IE" sz="157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Variables and expressions</a:t>
            </a:r>
            <a:endParaRPr kumimoji="0" sz="1575" b="1" i="0" u="none" strike="noStrike" kern="1200" cap="none" spc="0" normalizeH="0" baseline="0" noProof="0" dirty="0">
              <a:ln>
                <a:noFill/>
              </a:ln>
              <a:solidFill>
                <a:srgbClr val="006D9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873DD-C36E-4131-A031-945CD746CB97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Set </a:t>
            </a:r>
            <a:r>
              <a:rPr kumimoji="0" lang="en-US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total_seconds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= 3672. Use integer division and remainder to calculate hours, remaining minutes and remaining seconds. Use variables rather than typing the answers directly.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endParaRPr kumimoji="0" lang="en-US" sz="2175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Check and explain: 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Expected result: 1 hour, 1 minute, 12 seconds. Check the same code with 59, 60 and 3600 seconds.</a:t>
            </a:r>
          </a:p>
        </p:txBody>
      </p:sp>
    </p:spTree>
    <p:extLst>
      <p:ext uri="{BB962C8B-B14F-4D97-AF65-F5344CB8AC3E}">
        <p14:creationId xmlns:p14="http://schemas.microsoft.com/office/powerpoint/2010/main" val="1555642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84048"/>
            <a:ext cx="11384280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515600" cy="47548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2700" b="1">
                <a:solidFill>
                  <a:srgbClr val="00354D"/>
                </a:solidFill>
                <a:latin typeface="Aptos"/>
              </a:rPr>
              <a:t>Solution 2 — Convert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60704"/>
            <a:ext cx="50292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WORKED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89888"/>
            <a:ext cx="960120" cy="50292"/>
          </a:xfrm>
          <a:prstGeom prst="rect">
            <a:avLst/>
          </a:prstGeom>
          <a:solidFill>
            <a:srgbClr val="00A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2578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5349240" cy="361188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C9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56816"/>
            <a:ext cx="5020055" cy="33924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320" b="0">
                <a:solidFill>
                  <a:srgbClr val="122F3D"/>
                </a:solidFill>
                <a:latin typeface="Consolas"/>
              </a:rPr>
              <a:t>total_seconds = 3672
hours = total_seconds // 3600
remaining = total_seconds % 3600
minutes = remaining // 60
seconds = remaining % 60
print(hours, minutes, seconds)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663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VISUAL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196596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9476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3672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87384" y="19476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// 3600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889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8620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1 hour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788920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87384" y="28620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% 3600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033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7764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72 seconds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703320"/>
            <a:ext cx="2011680" cy="749808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87384" y="3776472"/>
            <a:ext cx="1901952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// 60 → 1 min; % 60 → 12 sec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21671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06640" y="2487168"/>
            <a:ext cx="2331720" cy="27432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30815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3401568"/>
            <a:ext cx="2331720" cy="274319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404164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4709160"/>
            <a:ext cx="4526280" cy="749808"/>
          </a:xfrm>
          <a:prstGeom prst="roundRect">
            <a:avLst/>
          </a:prstGeom>
          <a:solidFill>
            <a:srgbClr val="FFF1C7"/>
          </a:solidFill>
          <a:ln w="15240">
            <a:solidFill>
              <a:srgbClr val="FFD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855464"/>
            <a:ext cx="420624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00354D"/>
                </a:solidFill>
                <a:latin typeface="Aptos"/>
              </a:rPr>
              <a:t>Integer division finds complete units; remainder carries the unused part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56DA-6643-EC44-C278-0DBF1A51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A7D5DA-CAAF-241C-657A-EC7F18E957D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IE" sz="315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Rectangle calculations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AD589A-D530-CC43-3DC4-3C30204D03B1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lang="en-IE" sz="157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Variables and arithmetic</a:t>
            </a:r>
            <a:endParaRPr kumimoji="0" sz="1575" b="1" i="0" u="none" strike="noStrike" kern="1200" cap="none" spc="0" normalizeH="0" baseline="0" noProof="0" dirty="0">
              <a:ln>
                <a:noFill/>
              </a:ln>
              <a:solidFill>
                <a:srgbClr val="006D9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752EB-D07D-8722-D3FE-F8D93EB0AAA8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Store a rectangle’s length and width in variables. Calculate its area, perimeter and the cost of covering it at a given price per square </a:t>
            </a:r>
            <a:r>
              <a:rPr kumimoji="0" lang="en-US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metre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Check and explain: 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length 8, width 3 and price 12.50, results should be 24 m², 22 m and 300.00. Change the dimensions and show a second correct run.</a:t>
            </a:r>
          </a:p>
        </p:txBody>
      </p:sp>
    </p:spTree>
    <p:extLst>
      <p:ext uri="{BB962C8B-B14F-4D97-AF65-F5344CB8AC3E}">
        <p14:creationId xmlns:p14="http://schemas.microsoft.com/office/powerpoint/2010/main" val="2560929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84048"/>
            <a:ext cx="11384280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515600" cy="47548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2700" b="1">
                <a:solidFill>
                  <a:srgbClr val="00354D"/>
                </a:solidFill>
                <a:latin typeface="Aptos"/>
              </a:rPr>
              <a:t>Solution 3 — Rectangle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60704"/>
            <a:ext cx="50292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WORKED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89888"/>
            <a:ext cx="960120" cy="50292"/>
          </a:xfrm>
          <a:prstGeom prst="rect">
            <a:avLst/>
          </a:prstGeom>
          <a:solidFill>
            <a:srgbClr val="00A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2578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5349240" cy="361188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C9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56816"/>
            <a:ext cx="5020055" cy="33924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320" b="0">
                <a:solidFill>
                  <a:srgbClr val="122F3D"/>
                </a:solidFill>
                <a:latin typeface="Consolas"/>
              </a:rPr>
              <a:t>length = 8
width = 3
price = 12.50
area = length * width
perimeter = 2 * (length + width)
cost = area * price
print(area, perimeter, f"{cost:.2f}")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663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VISUAL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196596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9476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length = 8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87384" y="19476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× width = 3 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889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8620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area = 24 m²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788920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87384" y="28620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2(L + 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033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7764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perimeter = 22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703320"/>
            <a:ext cx="2011680" cy="749808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87384" y="3776472"/>
            <a:ext cx="1901952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area × €12.50 = €300.00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21671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06640" y="2487168"/>
            <a:ext cx="2331720" cy="27432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30815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3401568"/>
            <a:ext cx="2331720" cy="274319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404164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4709160"/>
            <a:ext cx="4526280" cy="749808"/>
          </a:xfrm>
          <a:prstGeom prst="roundRect">
            <a:avLst/>
          </a:prstGeom>
          <a:solidFill>
            <a:srgbClr val="FFF1C7"/>
          </a:solidFill>
          <a:ln w="15240">
            <a:solidFill>
              <a:srgbClr val="FFD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855464"/>
            <a:ext cx="420624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00354D"/>
                </a:solidFill>
                <a:latin typeface="Aptos"/>
              </a:rPr>
              <a:t>Calculate from variables, then reuse the calculated area when computing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29EA2-126A-B60C-431F-124A6301D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50AB17-E8BD-45FE-1A29-14BB22172DE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lvl="0"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lang="en-US" sz="3150" b="1" dirty="0">
                <a:solidFill>
                  <a:srgbClr val="00324D"/>
                </a:solidFill>
                <a:latin typeface="Arial"/>
              </a:rPr>
              <a:t>Text inspector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DCE899-4F38-53F9-E678-A9AC972DEB01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lang="en-US" sz="157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Strings and input and output</a:t>
            </a:r>
            <a:endParaRPr kumimoji="0" sz="1575" b="1" i="0" u="none" strike="noStrike" kern="1200" cap="none" spc="0" normalizeH="0" baseline="0" noProof="0" dirty="0">
              <a:ln>
                <a:noFill/>
              </a:ln>
              <a:solidFill>
                <a:srgbClr val="006D9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4A266F-2713-978E-EC87-92957C35CB9C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Ask the user for a word. Display its length, uppercase version, lowercase version, first two characters and final two characters. Use slices so a one-character input still works.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Check and explain: 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Python, the relevant results are 6, PYTHON, python, Py and on. Also test a one-character input.</a:t>
            </a:r>
          </a:p>
        </p:txBody>
      </p:sp>
    </p:spTree>
    <p:extLst>
      <p:ext uri="{BB962C8B-B14F-4D97-AF65-F5344CB8AC3E}">
        <p14:creationId xmlns:p14="http://schemas.microsoft.com/office/powerpoint/2010/main" val="3870090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84048"/>
            <a:ext cx="11384280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515600" cy="47548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2700" b="1">
                <a:solidFill>
                  <a:srgbClr val="00354D"/>
                </a:solidFill>
                <a:latin typeface="Aptos"/>
              </a:rPr>
              <a:t>Solution 4 — Text inspector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60704"/>
            <a:ext cx="50292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WORKED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89888"/>
            <a:ext cx="960120" cy="50292"/>
          </a:xfrm>
          <a:prstGeom prst="rect">
            <a:avLst/>
          </a:prstGeom>
          <a:solidFill>
            <a:srgbClr val="00A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2578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5349240" cy="361188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C9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56816"/>
            <a:ext cx="5020055" cy="33924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320" b="0">
                <a:solidFill>
                  <a:srgbClr val="122F3D"/>
                </a:solidFill>
                <a:latin typeface="Consolas"/>
              </a:rPr>
              <a:t>word = input("Enter a word: ")
print(len(word))
print(word.upper())
print(word.lower())
print(word[:2])
print(word[-2:])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663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VISUAL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196596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9476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87384" y="19476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len()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889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8620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788920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87384" y="28620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upper()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033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7764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PYTHON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703320"/>
            <a:ext cx="2011680" cy="749808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87384" y="3776472"/>
            <a:ext cx="1901952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slices [:2], [-2:] → Py, 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21671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06640" y="2487168"/>
            <a:ext cx="2331720" cy="27432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30815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3401568"/>
            <a:ext cx="2331720" cy="274319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404164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4709160"/>
            <a:ext cx="4526280" cy="749808"/>
          </a:xfrm>
          <a:prstGeom prst="roundRect">
            <a:avLst/>
          </a:prstGeom>
          <a:solidFill>
            <a:srgbClr val="FFF1C7"/>
          </a:solidFill>
          <a:ln w="15240">
            <a:solidFill>
              <a:srgbClr val="FFD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855464"/>
            <a:ext cx="420624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00354D"/>
                </a:solidFill>
                <a:latin typeface="Aptos"/>
              </a:rPr>
              <a:t>Slices safely return the available characters, so a one-character string does not cause an index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11569-788F-7093-FD99-D41C9697B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07E2FD-2500-FACB-FBC4-424EF59488A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lvl="0"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lang="en-US" sz="3150" b="1" dirty="0">
                <a:solidFill>
                  <a:srgbClr val="00324D"/>
                </a:solidFill>
                <a:latin typeface="Arial"/>
              </a:rPr>
              <a:t>Number classifier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D66BB1-1C91-C437-A7C7-A85865669E5A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lang="en-IE" sz="157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Selection and Boolean logic</a:t>
            </a:r>
            <a:endParaRPr kumimoji="0" sz="1575" b="1" i="0" u="none" strike="noStrike" kern="1200" cap="none" spc="0" normalizeH="0" baseline="0" noProof="0" dirty="0">
              <a:ln>
                <a:noFill/>
              </a:ln>
              <a:solidFill>
                <a:srgbClr val="006D9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D38AB-AEEB-D4CB-A623-E4BABA60EF33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Ask for an integer. Report whether it is positive, negative or zero, and independently whether it is even or odd.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Check and explain: 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Test 12, −3 and 0. Zero should be classified as zero and even.</a:t>
            </a:r>
          </a:p>
        </p:txBody>
      </p:sp>
    </p:spTree>
    <p:extLst>
      <p:ext uri="{BB962C8B-B14F-4D97-AF65-F5344CB8AC3E}">
        <p14:creationId xmlns:p14="http://schemas.microsoft.com/office/powerpoint/2010/main" val="3390005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84048"/>
            <a:ext cx="11384280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515600" cy="47548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2700" b="1">
                <a:solidFill>
                  <a:srgbClr val="00354D"/>
                </a:solidFill>
                <a:latin typeface="Aptos"/>
              </a:rPr>
              <a:t>Solution 5 — Number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60704"/>
            <a:ext cx="50292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WORKED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89888"/>
            <a:ext cx="960120" cy="50292"/>
          </a:xfrm>
          <a:prstGeom prst="rect">
            <a:avLst/>
          </a:prstGeom>
          <a:solidFill>
            <a:srgbClr val="00A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2578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5349240" cy="361188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C9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56816"/>
            <a:ext cx="5020055" cy="33924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320" b="0">
                <a:solidFill>
                  <a:srgbClr val="122F3D"/>
                </a:solidFill>
                <a:latin typeface="Consolas"/>
              </a:rPr>
              <a:t>number = int(input("Enter an integer: "))
if number &gt; 0:
    print("Positive")
elif number &lt; 0:
    print("Negative")
else:
    print("Zero")
if number % 2 == 0:
    print("Even")
else:
    print("Odd")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663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VISUAL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196596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9476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87384" y="19476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 &gt; 0?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889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8620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Positive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788920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87384" y="28620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 &lt; 0?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033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7764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Negative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703320"/>
            <a:ext cx="2011680" cy="749808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87384" y="3776472"/>
            <a:ext cx="1901952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otherwise Zero; then n % 2 decides Even/Odd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21671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06640" y="2487168"/>
            <a:ext cx="2331720" cy="27432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30815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3401568"/>
            <a:ext cx="2331720" cy="274319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404164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4709160"/>
            <a:ext cx="4526280" cy="749808"/>
          </a:xfrm>
          <a:prstGeom prst="roundRect">
            <a:avLst/>
          </a:prstGeom>
          <a:solidFill>
            <a:srgbClr val="FFF1C7"/>
          </a:solidFill>
          <a:ln w="15240">
            <a:solidFill>
              <a:srgbClr val="FFD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855464"/>
            <a:ext cx="420624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00354D"/>
                </a:solidFill>
                <a:latin typeface="Aptos"/>
              </a:rPr>
              <a:t>The sign and parity tests are independent. Zero is neither positive nor negative, but it is even.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A231D-92B0-5C93-0FEC-87F698066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8778BD-F8CA-D4C7-A7A4-859971707326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lvl="0"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lang="en-US" sz="3150" b="1" dirty="0">
                <a:solidFill>
                  <a:srgbClr val="00324D"/>
                </a:solidFill>
                <a:latin typeface="Arial"/>
              </a:rPr>
              <a:t>Delivery charge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5FCBD3-6FC2-0782-77E0-F651AD9623B3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lang="en-IE" sz="157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 and conditional decisions</a:t>
            </a:r>
            <a:endParaRPr kumimoji="0" sz="1575" b="1" i="0" u="none" strike="noStrike" kern="1200" cap="none" spc="0" normalizeH="0" baseline="0" noProof="0" dirty="0">
              <a:ln>
                <a:noFill/>
              </a:ln>
              <a:solidFill>
                <a:srgbClr val="006D9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6F4C1B-7DF2-8771-6F47-574D710E7D07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Ask for an order value and whether the customer is a member. In this fictional shop, delivery is free for members or orders of at least €50; otherwise it costs €4. Reject negative order values. Print the delivery charge and final total to two decimal places.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Check and explain: 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Test a member ordering €20, a non-member ordering €20, exactly €50 and a negative value.</a:t>
            </a:r>
          </a:p>
        </p:txBody>
      </p:sp>
    </p:spTree>
    <p:extLst>
      <p:ext uri="{BB962C8B-B14F-4D97-AF65-F5344CB8AC3E}">
        <p14:creationId xmlns:p14="http://schemas.microsoft.com/office/powerpoint/2010/main" val="1310223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84048"/>
            <a:ext cx="11384280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515600" cy="47548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2700" b="1">
                <a:solidFill>
                  <a:srgbClr val="00354D"/>
                </a:solidFill>
                <a:latin typeface="Aptos"/>
              </a:rPr>
              <a:t>Solution 6 — Delivery charge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60704"/>
            <a:ext cx="50292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WORKED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89888"/>
            <a:ext cx="960120" cy="50292"/>
          </a:xfrm>
          <a:prstGeom prst="rect">
            <a:avLst/>
          </a:prstGeom>
          <a:solidFill>
            <a:srgbClr val="00A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2578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5349240" cy="361188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C9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56816"/>
            <a:ext cx="5020055" cy="33924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320" b="0">
                <a:solidFill>
                  <a:srgbClr val="122F3D"/>
                </a:solidFill>
                <a:latin typeface="Consolas"/>
              </a:rPr>
              <a:t>order = float(input("Order value: €"))
member = input("Member? y/n: ").lower() == "y"
if order &lt; 0:
    print("Invalid order value")
else:
    if member or order &gt;= 50:
        delivery = 0.0
    else:
        delivery = 4.0
    total = order + delivery
    print(f"Delivery: €{delivery:.2f}")
    print(f"Total: €{total:.2f}")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663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VISUAL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196596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9476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order &lt; 0?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87384" y="19476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889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8620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Reject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788920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87384" y="28620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033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7764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member OR order ≥ 50?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703320"/>
            <a:ext cx="2011680" cy="749808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87384" y="3776472"/>
            <a:ext cx="1901952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Yes → €0; No → €4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21671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06640" y="2487168"/>
            <a:ext cx="2331720" cy="27432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30815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3401568"/>
            <a:ext cx="2331720" cy="274319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404164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4709160"/>
            <a:ext cx="4526280" cy="749808"/>
          </a:xfrm>
          <a:prstGeom prst="roundRect">
            <a:avLst/>
          </a:prstGeom>
          <a:solidFill>
            <a:srgbClr val="FFF1C7"/>
          </a:solidFill>
          <a:ln w="15240">
            <a:solidFill>
              <a:srgbClr val="FFD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855464"/>
            <a:ext cx="420624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00354D"/>
                </a:solidFill>
                <a:latin typeface="Aptos"/>
              </a:rPr>
              <a:t>Validate invalid input before applying the business rule.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CFA6-F924-C364-01DE-BC556367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5517062-55B1-1636-53A9-2BECD21F386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IE" sz="315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Find the middle value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9ADBCF-037D-FDE4-086B-E607811A7403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lang="en-IE" sz="157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Algorithm representation</a:t>
            </a:r>
            <a:endParaRPr kumimoji="0" sz="1575" b="1" i="0" u="none" strike="noStrike" kern="1200" cap="none" spc="0" normalizeH="0" baseline="0" noProof="0" dirty="0">
              <a:ln>
                <a:noFill/>
              </a:ln>
              <a:solidFill>
                <a:srgbClr val="006D9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DAA41F-2D61-BCE5-8778-3EE146308D0E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Given three distinct integers, write pseudocode and then Python that prints the middle value. Use comparisons and selection; do not use sorting.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Check and explain: 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Inputs 9, 2, 5 should produce 5. Test different input orders.</a:t>
            </a:r>
          </a:p>
        </p:txBody>
      </p:sp>
    </p:spTree>
    <p:extLst>
      <p:ext uri="{BB962C8B-B14F-4D97-AF65-F5344CB8AC3E}">
        <p14:creationId xmlns:p14="http://schemas.microsoft.com/office/powerpoint/2010/main" val="927604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317AA-95F1-3ADD-2FEE-B2422AB2C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9CEB3A4-B71F-833D-932F-15BD913AC00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first for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0DCA16-6C7D-57CC-33AE-B5CD471A21AA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lang="en-IE" sz="157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Testing and debugging</a:t>
            </a:r>
            <a:endParaRPr kumimoji="0" sz="1575" b="1" i="0" u="none" strike="noStrike" kern="1200" cap="none" spc="0" normalizeH="0" baseline="0" noProof="0" dirty="0">
              <a:ln>
                <a:noFill/>
              </a:ln>
              <a:solidFill>
                <a:srgbClr val="006D9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6A6152-7057-98E2-7F76-B47D792BAE35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The program below is deliberately faulty. The requirement is to accept integers from 1 through 10 inclusive. Record expected and actual results, explain the defect, repair it and repeat the tests.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number = int(input("Enter an integer: "))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if number &gt; 1 and number &lt; 10: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print("Accepted")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print("Rejected")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Check and explain: 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Test 0, 1, 2, 9, 10 and 11.</a:t>
            </a:r>
          </a:p>
        </p:txBody>
      </p:sp>
    </p:spTree>
    <p:extLst>
      <p:ext uri="{BB962C8B-B14F-4D97-AF65-F5344CB8AC3E}">
        <p14:creationId xmlns:p14="http://schemas.microsoft.com/office/powerpoint/2010/main" val="1500729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AE57B-AE06-9042-2432-D8F6FC2DA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C9ED96F-0922-DE67-4F3E-94137B311F7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IE" sz="315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Three number maximum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7643D-38C8-EBD2-5B42-A5101B92372D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lang="en-IE" sz="157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Algorithm design and testing</a:t>
            </a:r>
            <a:endParaRPr kumimoji="0" sz="1575" b="1" i="0" u="none" strike="noStrike" kern="1200" cap="none" spc="0" normalizeH="0" baseline="0" noProof="0" dirty="0">
              <a:ln>
                <a:noFill/>
              </a:ln>
              <a:solidFill>
                <a:srgbClr val="006D9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85D9B-F9F9-1E69-834A-507B472E6A01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Produce pseudocode and Python that find the largest of three integers without max() or sorting. Equal values are allowed.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Check and explain: 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Include a test table covering each input being largest, negative numbers, two equal largest values and all three equal. Explain how the algorithm handles equality.</a:t>
            </a:r>
          </a:p>
        </p:txBody>
      </p:sp>
    </p:spTree>
    <p:extLst>
      <p:ext uri="{BB962C8B-B14F-4D97-AF65-F5344CB8AC3E}">
        <p14:creationId xmlns:p14="http://schemas.microsoft.com/office/powerpoint/2010/main" val="3857054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56AD5-7202-8827-67CA-25C73A9A7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C38CF5-F6A1-042D-EACB-EFDA555E6A8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US" sz="315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Running Total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674C45-0EE3-DBE6-4D84-EF5C1870FBF9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lang="en-US" sz="1575" b="1" i="1" dirty="0">
                <a:solidFill>
                  <a:srgbClr val="006D94"/>
                </a:solidFill>
                <a:latin typeface="Arial"/>
              </a:rPr>
              <a:t>Iteration</a:t>
            </a:r>
            <a:endParaRPr lang="en-IE" sz="1575" b="1" dirty="0">
              <a:solidFill>
                <a:srgbClr val="006D94"/>
              </a:solidFill>
              <a:latin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endParaRPr kumimoji="0" sz="1575" b="1" i="0" u="none" strike="noStrike" kern="1200" cap="none" spc="0" normalizeH="0" baseline="0" noProof="0" dirty="0">
              <a:ln>
                <a:noFill/>
              </a:ln>
              <a:solidFill>
                <a:srgbClr val="006D9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5E17E6-2D0F-18B9-AA59-39C8A8FEB001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Ask for five integers using a loop. Calculate their total and count how many are positive, negative and zero. </a:t>
            </a:r>
            <a:r>
              <a:rPr kumimoji="0" lang="en-US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Initialise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counters before the loop.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Check and explain: 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3, −2, 0, 7, −1, report total 7; positive 2; negative 2; zero 1.</a:t>
            </a:r>
          </a:p>
        </p:txBody>
      </p:sp>
    </p:spTree>
    <p:extLst>
      <p:ext uri="{BB962C8B-B14F-4D97-AF65-F5344CB8AC3E}">
        <p14:creationId xmlns:p14="http://schemas.microsoft.com/office/powerpoint/2010/main" val="203810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FB716-EEAE-4F51-7DA9-0F169D84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06EAB1-3B9D-2EDF-1D93-D7FA03E5E6C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IE" sz="315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Temperature function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89D4C4-5DEF-B055-378E-B349031B0036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lang="en-IE" sz="157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Functions and return values</a:t>
            </a:r>
            <a:endParaRPr kumimoji="0" sz="1575" b="1" i="0" u="none" strike="noStrike" kern="1200" cap="none" spc="0" normalizeH="0" baseline="0" noProof="0" dirty="0">
              <a:ln>
                <a:noFill/>
              </a:ln>
              <a:solidFill>
                <a:srgbClr val="006D9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AB0D64-4CF1-F038-C08B-919502EEBEBE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Write </a:t>
            </a:r>
            <a:r>
              <a:rPr kumimoji="0" lang="en-US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celsius_to_fahrenheit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(</a:t>
            </a:r>
            <a:r>
              <a:rPr kumimoji="0" lang="en-US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celsius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) that returns the converted value. Keep printing outside the function. Add assertions for the three checks below.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Check and explain: 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Call it with 0, 20 and 100; expect 32, 68 and 212.</a:t>
            </a:r>
          </a:p>
        </p:txBody>
      </p:sp>
    </p:spTree>
    <p:extLst>
      <p:ext uri="{BB962C8B-B14F-4D97-AF65-F5344CB8AC3E}">
        <p14:creationId xmlns:p14="http://schemas.microsoft.com/office/powerpoint/2010/main" val="1290776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84048"/>
            <a:ext cx="11384280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515600" cy="47548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2700" b="1">
                <a:solidFill>
                  <a:srgbClr val="00354D"/>
                </a:solidFill>
                <a:latin typeface="Aptos"/>
              </a:rPr>
              <a:t>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60704"/>
            <a:ext cx="50292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CLASS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89888"/>
            <a:ext cx="960120" cy="50292"/>
          </a:xfrm>
          <a:prstGeom prst="rect">
            <a:avLst/>
          </a:prstGeom>
          <a:solidFill>
            <a:srgbClr val="00A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9875520" cy="8229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3000" b="1">
                <a:solidFill>
                  <a:srgbClr val="00354D"/>
                </a:solidFill>
                <a:latin typeface="Aptos"/>
              </a:rPr>
              <a:t>Worked solutions and visual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834640"/>
            <a:ext cx="9784080" cy="11887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900" b="0">
                <a:solidFill>
                  <a:srgbClr val="122F3D"/>
                </a:solidFill>
                <a:latin typeface="Aptos"/>
              </a:rPr>
              <a:t>Use these slides after students have attempted the questions. Each solution shows both valid Python and the reasoning behind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029200"/>
            <a:ext cx="5486400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600" b="0">
                <a:solidFill>
                  <a:srgbClr val="00354D"/>
                </a:solidFill>
                <a:latin typeface="Aptos"/>
              </a:rPr>
              <a:t>Dr. Séamus Cummins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84048"/>
            <a:ext cx="11384280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515600" cy="47548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2700" b="1">
                <a:solidFill>
                  <a:srgbClr val="00354D"/>
                </a:solidFill>
                <a:latin typeface="Aptos"/>
              </a:rPr>
              <a:t>Solution 7 — Find the middle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60704"/>
            <a:ext cx="50292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WORKED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89888"/>
            <a:ext cx="960120" cy="50292"/>
          </a:xfrm>
          <a:prstGeom prst="rect">
            <a:avLst/>
          </a:prstGeom>
          <a:solidFill>
            <a:srgbClr val="00A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2578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5349240" cy="361188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C9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56816"/>
            <a:ext cx="5020055" cy="33924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320" b="0">
                <a:solidFill>
                  <a:srgbClr val="122F3D"/>
                </a:solidFill>
                <a:latin typeface="Consolas"/>
              </a:rPr>
              <a:t>a, b, c = 9, 2, 5
if (a &gt; b and a &lt; c) or (a &lt; b and a &gt; c):
    middle = a
elif (b &gt; a and b &lt; c) or (b &lt; a and b &gt; c):
    middle = b
else:
    middle = c
print(middle)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663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VISUAL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196596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9476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Three distinct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87384" y="19476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Is a between b and c?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889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8620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middle =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788920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87384" y="28620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else: is b between a and c?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033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7764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middle =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703320"/>
            <a:ext cx="2011680" cy="749808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87384" y="3776472"/>
            <a:ext cx="1901952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otherwise middle = 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21671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06640" y="2487168"/>
            <a:ext cx="2331720" cy="27432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30815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3401568"/>
            <a:ext cx="2331720" cy="274319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404164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4709160"/>
            <a:ext cx="4526280" cy="749808"/>
          </a:xfrm>
          <a:prstGeom prst="roundRect">
            <a:avLst/>
          </a:prstGeom>
          <a:solidFill>
            <a:srgbClr val="FFF1C7"/>
          </a:solidFill>
          <a:ln w="15240">
            <a:solidFill>
              <a:srgbClr val="FFD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855464"/>
            <a:ext cx="420624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00354D"/>
                </a:solidFill>
                <a:latin typeface="Aptos"/>
              </a:rPr>
              <a:t>“Middle” means the value that lies between the other two; no sorting is required.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84048"/>
            <a:ext cx="11384280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515600" cy="47548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2700" b="1">
                <a:solidFill>
                  <a:srgbClr val="00354D"/>
                </a:solidFill>
                <a:latin typeface="Aptos"/>
              </a:rPr>
              <a:t>Solution 8 — Repair the range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60704"/>
            <a:ext cx="50292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WORKED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89888"/>
            <a:ext cx="960120" cy="50292"/>
          </a:xfrm>
          <a:prstGeom prst="rect">
            <a:avLst/>
          </a:prstGeom>
          <a:solidFill>
            <a:srgbClr val="00A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2578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5349240" cy="361188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C9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56816"/>
            <a:ext cx="5020055" cy="33924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320" b="0">
                <a:solidFill>
                  <a:srgbClr val="122F3D"/>
                </a:solidFill>
                <a:latin typeface="Consolas"/>
              </a:rPr>
              <a:t>number = int(input("Enter an integer: "))
if number &gt;= 1 and number &lt;= 10:
    print("Accepted")
else:
    print("Rejected")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663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VISUAL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196596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9476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Faulty condition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87384" y="19476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number &gt; 1 AND number &lt;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889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8620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rejects 1 and 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788920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87384" y="28620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Correct condition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033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7764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1 ≤ number ≤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703320"/>
            <a:ext cx="2011680" cy="749808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87384" y="3776472"/>
            <a:ext cx="1901952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accepts both boundaries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21671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06640" y="2487168"/>
            <a:ext cx="2331720" cy="27432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30815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3401568"/>
            <a:ext cx="2331720" cy="274319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404164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4709160"/>
            <a:ext cx="4526280" cy="749808"/>
          </a:xfrm>
          <a:prstGeom prst="roundRect">
            <a:avLst/>
          </a:prstGeom>
          <a:solidFill>
            <a:srgbClr val="FFF1C7"/>
          </a:solidFill>
          <a:ln w="15240">
            <a:solidFill>
              <a:srgbClr val="FFD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855464"/>
            <a:ext cx="420624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00354D"/>
                </a:solidFill>
                <a:latin typeface="Aptos"/>
              </a:rPr>
              <a:t>Inclusive requirements need inclusive comparisons: &gt;= and &lt;=.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84048"/>
            <a:ext cx="11384280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515600" cy="47548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2700" b="1">
                <a:solidFill>
                  <a:srgbClr val="00354D"/>
                </a:solidFill>
                <a:latin typeface="Aptos"/>
              </a:rPr>
              <a:t>Solution 9 — Three-number maximum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60704"/>
            <a:ext cx="50292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WORKED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89888"/>
            <a:ext cx="960120" cy="50292"/>
          </a:xfrm>
          <a:prstGeom prst="rect">
            <a:avLst/>
          </a:prstGeom>
          <a:solidFill>
            <a:srgbClr val="00A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2578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5349240" cy="361188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C9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56816"/>
            <a:ext cx="5020055" cy="33924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320" b="0">
                <a:solidFill>
                  <a:srgbClr val="122F3D"/>
                </a:solidFill>
                <a:latin typeface="Consolas"/>
              </a:rPr>
              <a:t>a, b, c = 8, 8, 3
largest = a
if b &gt; largest:
    largest = b
if c &gt; largest:
    largest = c
print(largest)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663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VISUAL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196596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9476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largest =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87384" y="19476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Is b &gt; largest?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889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8620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update if 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788920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87384" y="28620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Is c &gt; largest?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033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7764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update if yes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703320"/>
            <a:ext cx="2011680" cy="749808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87384" y="3776472"/>
            <a:ext cx="1901952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print largest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21671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06640" y="2487168"/>
            <a:ext cx="2331720" cy="27432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30815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3401568"/>
            <a:ext cx="2331720" cy="274319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404164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4709160"/>
            <a:ext cx="4526280" cy="749808"/>
          </a:xfrm>
          <a:prstGeom prst="roundRect">
            <a:avLst/>
          </a:prstGeom>
          <a:solidFill>
            <a:srgbClr val="FFF1C7"/>
          </a:solidFill>
          <a:ln w="15240">
            <a:solidFill>
              <a:srgbClr val="FFD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855464"/>
            <a:ext cx="420624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00354D"/>
                </a:solidFill>
                <a:latin typeface="Aptos"/>
              </a:rPr>
              <a:t>Start with one candidate and replace it only when a larger value is found. Equality needs no special case.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84048"/>
            <a:ext cx="11384280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515600" cy="47548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2700" b="1">
                <a:solidFill>
                  <a:srgbClr val="00354D"/>
                </a:solidFill>
                <a:latin typeface="Aptos"/>
              </a:rPr>
              <a:t>Solution 10 — Running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60704"/>
            <a:ext cx="50292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WORKED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89888"/>
            <a:ext cx="960120" cy="50292"/>
          </a:xfrm>
          <a:prstGeom prst="rect">
            <a:avLst/>
          </a:prstGeom>
          <a:solidFill>
            <a:srgbClr val="00A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2578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5349240" cy="361188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C9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56816"/>
            <a:ext cx="5020055" cy="33924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320" b="0">
                <a:solidFill>
                  <a:srgbClr val="122F3D"/>
                </a:solidFill>
                <a:latin typeface="Consolas"/>
              </a:rPr>
              <a:t>total = 0
positive = 0
negative = 0
zero = 0
for _ in range(5):
    n = int(input("Enter integer: "))
    total += n
    if n &gt; 0:
        positive += 1
    elif n &lt; 0:
        negative += 1
    else:
        zero += 1
print(total, positive, negative, zero)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663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VISUAL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196596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9476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Initialise counters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87384" y="19476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repeat 5 times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889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8620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read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788920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87384" y="28620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add n to total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033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7764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classify 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703320"/>
            <a:ext cx="2011680" cy="749808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87384" y="3776472"/>
            <a:ext cx="1901952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increment one counter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21671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06640" y="2487168"/>
            <a:ext cx="2331720" cy="27432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30815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3401568"/>
            <a:ext cx="2331720" cy="274319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404164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4709160"/>
            <a:ext cx="4526280" cy="749808"/>
          </a:xfrm>
          <a:prstGeom prst="roundRect">
            <a:avLst/>
          </a:prstGeom>
          <a:solidFill>
            <a:srgbClr val="FFF1C7"/>
          </a:solidFill>
          <a:ln w="15240">
            <a:solidFill>
              <a:srgbClr val="FFD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855464"/>
            <a:ext cx="420624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00354D"/>
                </a:solidFill>
                <a:latin typeface="Aptos"/>
              </a:rPr>
              <a:t>Counters and accumulators must be initialised before the loop, then updated during each iteration.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84048"/>
            <a:ext cx="11384280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515600" cy="47548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2700" b="1">
                <a:solidFill>
                  <a:srgbClr val="00354D"/>
                </a:solidFill>
                <a:latin typeface="Aptos"/>
              </a:rPr>
              <a:t>Solution 11 — Temperature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60704"/>
            <a:ext cx="50292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WORKED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89888"/>
            <a:ext cx="960120" cy="50292"/>
          </a:xfrm>
          <a:prstGeom prst="rect">
            <a:avLst/>
          </a:prstGeom>
          <a:solidFill>
            <a:srgbClr val="00A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2578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5349240" cy="361188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C9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56816"/>
            <a:ext cx="5020055" cy="33924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320" b="0">
                <a:solidFill>
                  <a:srgbClr val="122F3D"/>
                </a:solidFill>
                <a:latin typeface="Consolas"/>
              </a:rPr>
              <a:t>def celsius_to_fahrenheit(celsius):
    return celsius * 9 / 5 + 32
assert celsius_to_fahrenheit(0) == 32
assert celsius_to_fahrenheit(20) == 68
assert celsius_to_fahrenheit(100) == 212
print(celsius_to_fahrenheit(20))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663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1">
                <a:solidFill>
                  <a:srgbClr val="00A6CE"/>
                </a:solidFill>
                <a:latin typeface="Aptos"/>
              </a:rPr>
              <a:t>VISUAL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196596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9476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celsius 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87384" y="19476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× 9 /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889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8620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add 32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788920"/>
            <a:ext cx="2011680" cy="594360"/>
          </a:xfrm>
          <a:prstGeom prst="roundRect">
            <a:avLst/>
          </a:prstGeom>
          <a:solidFill>
            <a:srgbClr val="F3F7F9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87384" y="2862072"/>
            <a:ext cx="1901952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0">
                <a:solidFill>
                  <a:srgbClr val="122F3D"/>
                </a:solidFill>
                <a:latin typeface="Aptos"/>
              </a:rPr>
              <a:t>return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03320"/>
            <a:ext cx="1965960" cy="594360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776472"/>
            <a:ext cx="1856231" cy="4846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caller receives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703320"/>
            <a:ext cx="2011680" cy="749808"/>
          </a:xfrm>
          <a:prstGeom prst="roundRect">
            <a:avLst/>
          </a:prstGeom>
          <a:solidFill>
            <a:srgbClr val="D9F0E2"/>
          </a:solidFill>
          <a:ln w="15240"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87384" y="3776472"/>
            <a:ext cx="1901952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122F3D"/>
                </a:solidFill>
                <a:latin typeface="Aptos"/>
              </a:rPr>
              <a:t>assert checks expected value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21671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06640" y="2487168"/>
            <a:ext cx="2331720" cy="27432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308152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3401568"/>
            <a:ext cx="2331720" cy="274319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4041648"/>
            <a:ext cx="338328" cy="0"/>
          </a:xfrm>
          <a:prstGeom prst="line">
            <a:avLst/>
          </a:prstGeom>
          <a:ln w="25400">
            <a:solidFill>
              <a:srgbClr val="00A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4709160"/>
            <a:ext cx="4526280" cy="749808"/>
          </a:xfrm>
          <a:prstGeom prst="roundRect">
            <a:avLst/>
          </a:prstGeom>
          <a:solidFill>
            <a:srgbClr val="FFF1C7"/>
          </a:solidFill>
          <a:ln w="15240">
            <a:solidFill>
              <a:srgbClr val="FFD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855464"/>
            <a:ext cx="420624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/>
            <a:r>
              <a:rPr sz="1250" b="1">
                <a:solidFill>
                  <a:srgbClr val="00354D"/>
                </a:solidFill>
                <a:latin typeface="Aptos"/>
              </a:rPr>
              <a:t>A function should return the converted value; printing is kept outside so the result can be reused and tested.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2258</Words>
  <Application>Microsoft Office PowerPoint</Application>
  <PresentationFormat>Widescreen</PresentationFormat>
  <Paragraphs>212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Consolas</vt:lpstr>
      <vt:lpstr>DejaVu Sans Mono</vt:lpstr>
      <vt:lpstr>2_Office Theme</vt:lpstr>
      <vt:lpstr>15_Office Theme</vt:lpstr>
      <vt:lpstr>3_Office Theme</vt:lpstr>
      <vt:lpstr>21_Office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Katy Ruth Halpin</dc:creator>
  <cp:lastModifiedBy>Séamus Cummins</cp:lastModifiedBy>
  <cp:revision>8</cp:revision>
  <dcterms:created xsi:type="dcterms:W3CDTF">2022-05-19T09:57:07Z</dcterms:created>
  <dcterms:modified xsi:type="dcterms:W3CDTF">2026-10-07T13:43:21Z</dcterms:modified>
</cp:coreProperties>
</file>