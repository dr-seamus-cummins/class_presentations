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1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52D3679E-C8EB-4FED-9467-7F6E2156AACE}"/>
    <pc:docChg chg="modSld">
      <pc:chgData name="Séamus Cummins" userId="9cbc4947-2644-4ffd-8985-8dfea9f9d8f2" providerId="ADAL" clId="{52D3679E-C8EB-4FED-9467-7F6E2156AACE}" dt="2026-10-23T15:09:24.546" v="38" actId="20577"/>
      <pc:docMkLst>
        <pc:docMk/>
      </pc:docMkLst>
      <pc:sldChg chg="modSp mod">
        <pc:chgData name="Séamus Cummins" userId="9cbc4947-2644-4ffd-8985-8dfea9f9d8f2" providerId="ADAL" clId="{52D3679E-C8EB-4FED-9467-7F6E2156AACE}" dt="2026-10-23T15:09:24.546" v="38" actId="20577"/>
        <pc:sldMkLst>
          <pc:docMk/>
          <pc:sldMk cId="417343048" sldId="264"/>
        </pc:sldMkLst>
        <pc:spChg chg="mod">
          <ac:chgData name="Séamus Cummins" userId="9cbc4947-2644-4ffd-8985-8dfea9f9d8f2" providerId="ADAL" clId="{52D3679E-C8EB-4FED-9467-7F6E2156AACE}" dt="2026-10-23T15:09:24.546" v="38" actId="20577"/>
          <ac:spMkLst>
            <pc:docMk/>
            <pc:sldMk cId="417343048" sldId="264"/>
            <ac:spMk id="2" creationId="{F199F386-D63F-62F9-944E-9BCEC3C45D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7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9C62-AC89-6FEC-EA4A-ABFBE9D2C8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IFY computer science Portfolio 25/26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C68EC-161B-5E76-75B8-B77AA49802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D31E27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Enter your name and Student ID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E4828-47B7-6561-834B-AC116E07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F3770-2252-5F02-3DA5-27A1896C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21254-593F-2BAC-93FA-FB2CB730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F94DB087-DFFF-811C-E44A-8BA0D82FB9B5}"/>
              </a:ext>
            </a:extLst>
          </p:cNvPr>
          <p:cNvSpPr/>
          <p:nvPr userDrawn="1"/>
        </p:nvSpPr>
        <p:spPr>
          <a:xfrm>
            <a:off x="456045" y="5738458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A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AEE98C0F-7B82-A85D-EF7C-032AD8CF79B2}"/>
              </a:ext>
            </a:extLst>
          </p:cNvPr>
          <p:cNvSpPr/>
          <p:nvPr userDrawn="1"/>
        </p:nvSpPr>
        <p:spPr>
          <a:xfrm>
            <a:off x="2413625" y="5738457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B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968D865-A03A-FAC9-E12A-B5901A11E2AC}"/>
              </a:ext>
            </a:extLst>
          </p:cNvPr>
          <p:cNvSpPr/>
          <p:nvPr userDrawn="1"/>
        </p:nvSpPr>
        <p:spPr>
          <a:xfrm>
            <a:off x="4371205" y="5738456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C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9CE8FD71-FCF9-5E4A-186F-486A58810256}"/>
              </a:ext>
            </a:extLst>
          </p:cNvPr>
          <p:cNvSpPr/>
          <p:nvPr userDrawn="1"/>
        </p:nvSpPr>
        <p:spPr>
          <a:xfrm>
            <a:off x="6328785" y="5735637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D</a:t>
            </a:r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5E39C4C4-657F-48DE-5E0A-AD4CEAF8E73A}"/>
              </a:ext>
            </a:extLst>
          </p:cNvPr>
          <p:cNvSpPr/>
          <p:nvPr userDrawn="1"/>
        </p:nvSpPr>
        <p:spPr>
          <a:xfrm>
            <a:off x="8286365" y="5721373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E</a:t>
            </a:r>
          </a:p>
        </p:txBody>
      </p:sp>
      <p:sp>
        <p:nvSpPr>
          <p:cNvPr id="12" name="Rectangle 11">
            <a:hlinkClick r:id="rId7" action="ppaction://hlinksldjump"/>
            <a:extLst>
              <a:ext uri="{FF2B5EF4-FFF2-40B4-BE49-F238E27FC236}">
                <a16:creationId xmlns:a16="http://schemas.microsoft.com/office/drawing/2014/main" id="{B1D2EED0-AAAB-20D1-273F-49B7E778106F}"/>
              </a:ext>
            </a:extLst>
          </p:cNvPr>
          <p:cNvSpPr/>
          <p:nvPr userDrawn="1"/>
        </p:nvSpPr>
        <p:spPr>
          <a:xfrm>
            <a:off x="10243945" y="5735637"/>
            <a:ext cx="1511060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Task F</a:t>
            </a:r>
          </a:p>
        </p:txBody>
      </p:sp>
    </p:spTree>
    <p:extLst>
      <p:ext uri="{BB962C8B-B14F-4D97-AF65-F5344CB8AC3E}">
        <p14:creationId xmlns:p14="http://schemas.microsoft.com/office/powerpoint/2010/main" val="26425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A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Place evidence of your testing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P1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hlinkClick r:id="rId2" action="ppaction://hlinksldjump"/>
            <a:extLst>
              <a:ext uri="{FF2B5EF4-FFF2-40B4-BE49-F238E27FC236}">
                <a16:creationId xmlns:a16="http://schemas.microsoft.com/office/drawing/2014/main" id="{2F6CE218-DDD2-15A5-A347-173BBB93A0C7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31962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B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your pseudocode design for Task B1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Give your answer to Task B2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57727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P2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5C637EA0-7C7D-424B-E548-04024C8ACA0B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9142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C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Place evidence of your testing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5634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P3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E6321719-2569-D75C-543D-3BA242666AE6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98878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Place evidence of your testing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2453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P4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A272C1E3-6BD4-4ACC-4290-DE8601083001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72423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E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Place evidence of your testing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8699" y="633777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P5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6BF056A5-C6F8-C4A3-EE85-F6A31CCB741F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74960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F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25C1-D6D9-4129-4F3A-79B5B1BCB9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83879" y="945731"/>
            <a:ext cx="4945812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GB" dirty="0"/>
              <a:t>Place evidence of your testing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56350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D21E27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Portfolio Task </a:t>
            </a:r>
            <a:r>
              <a:rPr lang="en-GB" sz="2400" b="1" cap="all" spc="100" dirty="0">
                <a:solidFill>
                  <a:schemeClr val="tx1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p6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267DE4BC-8BB2-F776-7984-B0A84DCB1266}"/>
              </a:ext>
            </a:extLst>
          </p:cNvPr>
          <p:cNvSpPr/>
          <p:nvPr userDrawn="1"/>
        </p:nvSpPr>
        <p:spPr>
          <a:xfrm>
            <a:off x="238665" y="6176243"/>
            <a:ext cx="965543" cy="513421"/>
          </a:xfrm>
          <a:prstGeom prst="rect">
            <a:avLst/>
          </a:prstGeom>
          <a:solidFill>
            <a:srgbClr val="D31E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91120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A1CC-5730-193F-316A-375BDA07D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31E27"/>
                </a:solidFill>
              </a:defRPr>
            </a:lvl1pPr>
          </a:lstStyle>
          <a:p>
            <a:r>
              <a:rPr lang="en-GB" dirty="0"/>
              <a:t>Additional evidence for task #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661D7-1B84-A99B-9B02-5F067D89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D002D-FC7D-56FD-7148-0EAC42D0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IFY Computer Science  </a:t>
            </a:r>
          </a:p>
          <a:p>
            <a:r>
              <a:rPr lang="en-GB"/>
              <a:t>Portfolio Assessment  2025/2026 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40B73-817C-DBFF-B878-631917DB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F327A6-7B80-C258-53C5-A1BA91B3C1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090163"/>
            <a:ext cx="10610850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further evidence</a:t>
            </a:r>
          </a:p>
        </p:txBody>
      </p:sp>
    </p:spTree>
    <p:extLst>
      <p:ext uri="{BB962C8B-B14F-4D97-AF65-F5344CB8AC3E}">
        <p14:creationId xmlns:p14="http://schemas.microsoft.com/office/powerpoint/2010/main" val="154705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A4D71-F0A1-C73D-E3BE-17E97763A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90725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B9908-0310-45E0-A5B0-5753E6ECEE74}" type="datetimeFigureOut">
              <a:rPr lang="en-GB" smtClean="0"/>
              <a:t>23/10/2026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0A59E-B80F-D74B-66CB-3812BBB35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dirty="0"/>
              <a:t>IFY Computer Science  </a:t>
            </a:r>
          </a:p>
          <a:p>
            <a:r>
              <a:rPr lang="en-GB" dirty="0"/>
              <a:t>Portfolio Assessment  2025/2026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2B57-D8D2-E9B6-09AE-DF563AABE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7" name="Picture 6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62D318B2-C87E-A9CB-0437-A1987CA92C2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020" y="76677"/>
            <a:ext cx="1051560" cy="44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7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lang="en-GB" sz="2400" kern="1200" cap="all" smtClean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F386-D63F-62F9-944E-9BCEC3C45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975"/>
            <a:ext cx="9144000" cy="2387600"/>
          </a:xfrm>
        </p:spPr>
        <p:txBody>
          <a:bodyPr/>
          <a:lstStyle/>
          <a:p>
            <a:r>
              <a:rPr lang="en-GB" sz="4400" dirty="0"/>
              <a:t>IFY Computer science portfolio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B67E9-FB72-4008-96A8-C31682E62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34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838B3F-CEB8-63E2-DEFB-87240614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169" y="945731"/>
            <a:ext cx="6248399" cy="502374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CA768-69B8-EB42-D05A-62507093D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5014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F2E390-5882-7779-D576-3AA1CE4FC3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0D84-EF98-08DA-4A3B-1050E6DAC3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65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DFAFF-7D3E-33F0-0A47-5B2F584F0B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7B6B0-E825-0833-ACB9-EAA4E78843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50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47EA92-EAAB-1A1F-4AD0-AEDEBDCE4A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5351A-D05C-BF7E-5EEB-6A9A58823A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27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FA609-8687-C58E-1736-9E1AEED27A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000C-6FBD-90B0-5590-238EE3A4C6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61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070132-0932-7031-F734-64EF63578B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62B74-3EBC-97AE-C4E6-57D10E5DD4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85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fceb7b-4e9c-41ee-ad8b-6ff2ee6a971d" xsi:nil="true"/>
    <lcf76f155ced4ddcb4097134ff3c332f xmlns="fdee6f54-c979-4f41-8dda-40a35498bbc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41DEAACF0765449DA1752E84E3CA38" ma:contentTypeVersion="18" ma:contentTypeDescription="Create a new document." ma:contentTypeScope="" ma:versionID="631fc9d3084a1a4a432d16f182477711">
  <xsd:schema xmlns:xsd="http://www.w3.org/2001/XMLSchema" xmlns:xs="http://www.w3.org/2001/XMLSchema" xmlns:p="http://schemas.microsoft.com/office/2006/metadata/properties" xmlns:ns2="fdee6f54-c979-4f41-8dda-40a35498bbcc" xmlns:ns3="bcfceb7b-4e9c-41ee-ad8b-6ff2ee6a971d" targetNamespace="http://schemas.microsoft.com/office/2006/metadata/properties" ma:root="true" ma:fieldsID="1e0cd2bd844ce8f72f7c39cbf167b175" ns2:_="" ns3:_="">
    <xsd:import namespace="fdee6f54-c979-4f41-8dda-40a35498bbcc"/>
    <xsd:import namespace="bcfceb7b-4e9c-41ee-ad8b-6ff2ee6a97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ee6f54-c979-4f41-8dda-40a35498b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5b27eedd-3489-4faf-ae69-e0bccfcf30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ceb7b-4e9c-41ee-ad8b-6ff2ee6a971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b7382ff-820f-4ea5-b83d-439cc88e9515}" ma:internalName="TaxCatchAll" ma:showField="CatchAllData" ma:web="bcfceb7b-4e9c-41ee-ad8b-6ff2ee6a97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EEA36C-7995-4AC0-B6D5-771C3872C8D9}">
  <ds:schemaRefs>
    <ds:schemaRef ds:uri="http://schemas.microsoft.com/office/2006/metadata/properties"/>
    <ds:schemaRef ds:uri="http://schemas.microsoft.com/office/infopath/2007/PartnerControls"/>
    <ds:schemaRef ds:uri="bcfceb7b-4e9c-41ee-ad8b-6ff2ee6a971d"/>
    <ds:schemaRef ds:uri="fdee6f54-c979-4f41-8dda-40a35498bbcc"/>
  </ds:schemaRefs>
</ds:datastoreItem>
</file>

<file path=customXml/itemProps2.xml><?xml version="1.0" encoding="utf-8"?>
<ds:datastoreItem xmlns:ds="http://schemas.openxmlformats.org/officeDocument/2006/customXml" ds:itemID="{80141393-1802-48CF-89E7-E5E2661F05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98D48D-F541-4A99-AFED-79073FC54C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ee6f54-c979-4f41-8dda-40a35498bbcc"/>
    <ds:schemaRef ds:uri="bcfceb7b-4e9c-41ee-ad8b-6ff2ee6a97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Poppins</vt:lpstr>
      <vt:lpstr>Office Theme</vt:lpstr>
      <vt:lpstr>IFY Computer science portfolio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Sibson</dc:creator>
  <cp:lastModifiedBy>Séamus Cummins</cp:lastModifiedBy>
  <cp:revision>1</cp:revision>
  <dcterms:created xsi:type="dcterms:W3CDTF">2025-07-17T10:58:21Z</dcterms:created>
  <dcterms:modified xsi:type="dcterms:W3CDTF">2026-10-23T15:09:30Z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0x010100D541DEAACF0765449DA1752E84E3CA38</vt:lpwstr>
  </property>
  <property fmtid="{D5CDD505-2E9C-101B-9397-08002B2CF9AE}" pid="3" name="MediaServiceImageTags">
    <vt:lpwstr/>
  </property>
</Properties>
</file>